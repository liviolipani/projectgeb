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76" r:id="rId4"/>
    <p:sldId id="264" r:id="rId5"/>
    <p:sldId id="266" r:id="rId6"/>
    <p:sldId id="277" r:id="rId7"/>
    <p:sldId id="280" r:id="rId8"/>
    <p:sldId id="279" r:id="rId9"/>
    <p:sldId id="281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E040DA-EE87-724C-A569-F340E5466A28}" v="16" dt="2026-06-25T07:34:15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10" autoAdjust="0"/>
    <p:restoredTop sz="94660"/>
  </p:normalViewPr>
  <p:slideViewPr>
    <p:cSldViewPr snapToGrid="0">
      <p:cViewPr>
        <p:scale>
          <a:sx n="140" d="100"/>
          <a:sy n="140" d="100"/>
        </p:scale>
        <p:origin x="92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vio Lipani" userId="dd99bacbe8734019" providerId="LiveId" clId="{4A7990BC-5738-4B52-937D-114185DDBBD0}"/>
    <pc:docChg chg="custSel modSld">
      <pc:chgData name="Livio Lipani" userId="dd99bacbe8734019" providerId="LiveId" clId="{4A7990BC-5738-4B52-937D-114185DDBBD0}" dt="2026-06-24T16:56:56.028" v="101" actId="207"/>
      <pc:docMkLst>
        <pc:docMk/>
      </pc:docMkLst>
      <pc:sldChg chg="modSp mod">
        <pc:chgData name="Livio Lipani" userId="dd99bacbe8734019" providerId="LiveId" clId="{4A7990BC-5738-4B52-937D-114185DDBBD0}" dt="2026-06-24T16:26:27.969" v="88" actId="20577"/>
        <pc:sldMkLst>
          <pc:docMk/>
          <pc:sldMk cId="3462612143" sldId="258"/>
        </pc:sldMkLst>
        <pc:spChg chg="mod">
          <ac:chgData name="Livio Lipani" userId="dd99bacbe8734019" providerId="LiveId" clId="{4A7990BC-5738-4B52-937D-114185DDBBD0}" dt="2026-06-24T16:25:46.342" v="87" actId="20577"/>
          <ac:spMkLst>
            <pc:docMk/>
            <pc:sldMk cId="3462612143" sldId="258"/>
            <ac:spMk id="2" creationId="{00000000-0000-0000-0000-000000000000}"/>
          </ac:spMkLst>
        </pc:spChg>
        <pc:spChg chg="mod">
          <ac:chgData name="Livio Lipani" userId="dd99bacbe8734019" providerId="LiveId" clId="{4A7990BC-5738-4B52-937D-114185DDBBD0}" dt="2026-06-24T16:26:27.969" v="88" actId="20577"/>
          <ac:spMkLst>
            <pc:docMk/>
            <pc:sldMk cId="3462612143" sldId="258"/>
            <ac:spMk id="3" creationId="{00000000-0000-0000-0000-000000000000}"/>
          </ac:spMkLst>
        </pc:spChg>
      </pc:sldChg>
      <pc:sldChg chg="modSp mod">
        <pc:chgData name="Livio Lipani" userId="dd99bacbe8734019" providerId="LiveId" clId="{4A7990BC-5738-4B52-937D-114185DDBBD0}" dt="2026-06-24T16:53:00.448" v="98" actId="20577"/>
        <pc:sldMkLst>
          <pc:docMk/>
          <pc:sldMk cId="4175385368" sldId="276"/>
        </pc:sldMkLst>
        <pc:spChg chg="mod">
          <ac:chgData name="Livio Lipani" userId="dd99bacbe8734019" providerId="LiveId" clId="{4A7990BC-5738-4B52-937D-114185DDBBD0}" dt="2026-06-24T16:53:00.448" v="98" actId="20577"/>
          <ac:spMkLst>
            <pc:docMk/>
            <pc:sldMk cId="4175385368" sldId="276"/>
            <ac:spMk id="42" creationId="{00000000-0000-0000-0000-000000000000}"/>
          </ac:spMkLst>
        </pc:spChg>
      </pc:sldChg>
      <pc:sldChg chg="delSp modSp mod">
        <pc:chgData name="Livio Lipani" userId="dd99bacbe8734019" providerId="LiveId" clId="{4A7990BC-5738-4B52-937D-114185DDBBD0}" dt="2026-06-24T16:47:25.242" v="97" actId="1076"/>
        <pc:sldMkLst>
          <pc:docMk/>
          <pc:sldMk cId="3795199403" sldId="279"/>
        </pc:sldMkLst>
        <pc:spChg chg="mod">
          <ac:chgData name="Livio Lipani" userId="dd99bacbe8734019" providerId="LiveId" clId="{4A7990BC-5738-4B52-937D-114185DDBBD0}" dt="2026-06-24T16:47:25.242" v="97" actId="1076"/>
          <ac:spMkLst>
            <pc:docMk/>
            <pc:sldMk cId="3795199403" sldId="279"/>
            <ac:spMk id="171" creationId="{00000000-0000-0000-0000-000000000000}"/>
          </ac:spMkLst>
        </pc:spChg>
        <pc:spChg chg="del">
          <ac:chgData name="Livio Lipani" userId="dd99bacbe8734019" providerId="LiveId" clId="{4A7990BC-5738-4B52-937D-114185DDBBD0}" dt="2026-06-24T16:21:55.559" v="2" actId="478"/>
          <ac:spMkLst>
            <pc:docMk/>
            <pc:sldMk cId="3795199403" sldId="279"/>
            <ac:spMk id="172" creationId="{00000000-0000-0000-0000-000000000000}"/>
          </ac:spMkLst>
        </pc:spChg>
        <pc:spChg chg="del">
          <ac:chgData name="Livio Lipani" userId="dd99bacbe8734019" providerId="LiveId" clId="{4A7990BC-5738-4B52-937D-114185DDBBD0}" dt="2026-06-24T16:21:46.869" v="0" actId="478"/>
          <ac:spMkLst>
            <pc:docMk/>
            <pc:sldMk cId="3795199403" sldId="279"/>
            <ac:spMk id="174" creationId="{00000000-0000-0000-0000-000000000000}"/>
          </ac:spMkLst>
        </pc:spChg>
        <pc:picChg chg="del">
          <ac:chgData name="Livio Lipani" userId="dd99bacbe8734019" providerId="LiveId" clId="{4A7990BC-5738-4B52-937D-114185DDBBD0}" dt="2026-06-24T16:21:58.147" v="3" actId="478"/>
          <ac:picMkLst>
            <pc:docMk/>
            <pc:sldMk cId="3795199403" sldId="279"/>
            <ac:picMk id="176" creationId="{00000000-0000-0000-0000-000000000000}"/>
          </ac:picMkLst>
        </pc:picChg>
        <pc:picChg chg="del">
          <ac:chgData name="Livio Lipani" userId="dd99bacbe8734019" providerId="LiveId" clId="{4A7990BC-5738-4B52-937D-114185DDBBD0}" dt="2026-06-24T16:21:48.765" v="1" actId="478"/>
          <ac:picMkLst>
            <pc:docMk/>
            <pc:sldMk cId="3795199403" sldId="279"/>
            <ac:picMk id="178" creationId="{00000000-0000-0000-0000-000000000000}"/>
          </ac:picMkLst>
        </pc:picChg>
      </pc:sldChg>
      <pc:sldChg chg="modSp mod">
        <pc:chgData name="Livio Lipani" userId="dd99bacbe8734019" providerId="LiveId" clId="{4A7990BC-5738-4B52-937D-114185DDBBD0}" dt="2026-06-24T16:56:56.028" v="101" actId="207"/>
        <pc:sldMkLst>
          <pc:docMk/>
          <pc:sldMk cId="1344627546" sldId="280"/>
        </pc:sldMkLst>
        <pc:spChg chg="mod">
          <ac:chgData name="Livio Lipani" userId="dd99bacbe8734019" providerId="LiveId" clId="{4A7990BC-5738-4B52-937D-114185DDBBD0}" dt="2026-06-24T16:56:56.028" v="101" actId="207"/>
          <ac:spMkLst>
            <pc:docMk/>
            <pc:sldMk cId="1344627546" sldId="280"/>
            <ac:spMk id="122" creationId="{00000000-0000-0000-0000-000000000000}"/>
          </ac:spMkLst>
        </pc:spChg>
        <pc:spChg chg="mod">
          <ac:chgData name="Livio Lipani" userId="dd99bacbe8734019" providerId="LiveId" clId="{4A7990BC-5738-4B52-937D-114185DDBBD0}" dt="2026-06-24T16:34:23.644" v="90" actId="207"/>
          <ac:spMkLst>
            <pc:docMk/>
            <pc:sldMk cId="1344627546" sldId="280"/>
            <ac:spMk id="135" creationId="{00000000-0000-0000-0000-000000000000}"/>
          </ac:spMkLst>
        </pc:spChg>
        <pc:spChg chg="mod">
          <ac:chgData name="Livio Lipani" userId="dd99bacbe8734019" providerId="LiveId" clId="{4A7990BC-5738-4B52-937D-114185DDBBD0}" dt="2026-06-24T16:37:03.101" v="92" actId="207"/>
          <ac:spMkLst>
            <pc:docMk/>
            <pc:sldMk cId="1344627546" sldId="280"/>
            <ac:spMk id="145" creationId="{00000000-0000-0000-0000-000000000000}"/>
          </ac:spMkLst>
        </pc:spChg>
      </pc:sldChg>
    </pc:docChg>
  </pc:docChgLst>
  <pc:docChgLst>
    <pc:chgData name="Livio Lipani" userId="dd99bacbe8734019" providerId="LiveId" clId="{A197D620-7547-5389-BA9E-2FF828287862}"/>
    <pc:docChg chg="undo custSel modSld modMainMaster">
      <pc:chgData name="Livio Lipani" userId="dd99bacbe8734019" providerId="LiveId" clId="{A197D620-7547-5389-BA9E-2FF828287862}" dt="2026-06-25T07:37:31.862" v="191" actId="207"/>
      <pc:docMkLst>
        <pc:docMk/>
      </pc:docMkLst>
      <pc:sldChg chg="delSp modSp mod">
        <pc:chgData name="Livio Lipani" userId="dd99bacbe8734019" providerId="LiveId" clId="{A197D620-7547-5389-BA9E-2FF828287862}" dt="2026-06-25T07:16:57.633" v="13" actId="478"/>
        <pc:sldMkLst>
          <pc:docMk/>
          <pc:sldMk cId="3462612143" sldId="258"/>
        </pc:sldMkLst>
        <pc:spChg chg="mod">
          <ac:chgData name="Livio Lipani" userId="dd99bacbe8734019" providerId="LiveId" clId="{A197D620-7547-5389-BA9E-2FF828287862}" dt="2026-06-25T07:16:00.974" v="10"/>
          <ac:spMkLst>
            <pc:docMk/>
            <pc:sldMk cId="3462612143" sldId="258"/>
            <ac:spMk id="3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16:32.756" v="12" actId="1076"/>
          <ac:spMkLst>
            <pc:docMk/>
            <pc:sldMk cId="3462612143" sldId="258"/>
            <ac:spMk id="14" creationId="{00000000-0000-0000-0000-000000000000}"/>
          </ac:spMkLst>
        </pc:spChg>
        <pc:spChg chg="del">
          <ac:chgData name="Livio Lipani" userId="dd99bacbe8734019" providerId="LiveId" clId="{A197D620-7547-5389-BA9E-2FF828287862}" dt="2026-06-25T07:16:57.633" v="13" actId="478"/>
          <ac:spMkLst>
            <pc:docMk/>
            <pc:sldMk cId="3462612143" sldId="258"/>
            <ac:spMk id="15" creationId="{00000000-0000-0000-0000-000000000000}"/>
          </ac:spMkLst>
        </pc:spChg>
      </pc:sldChg>
      <pc:sldChg chg="delSp mod">
        <pc:chgData name="Livio Lipani" userId="dd99bacbe8734019" providerId="LiveId" clId="{A197D620-7547-5389-BA9E-2FF828287862}" dt="2026-06-25T07:17:01.438" v="14" actId="478"/>
        <pc:sldMkLst>
          <pc:docMk/>
          <pc:sldMk cId="2803949743" sldId="260"/>
        </pc:sldMkLst>
        <pc:spChg chg="del">
          <ac:chgData name="Livio Lipani" userId="dd99bacbe8734019" providerId="LiveId" clId="{A197D620-7547-5389-BA9E-2FF828287862}" dt="2026-06-25T07:17:01.438" v="14" actId="478"/>
          <ac:spMkLst>
            <pc:docMk/>
            <pc:sldMk cId="2803949743" sldId="260"/>
            <ac:spMk id="31" creationId="{00000000-0000-0000-0000-000000000000}"/>
          </ac:spMkLst>
        </pc:spChg>
      </pc:sldChg>
      <pc:sldChg chg="delSp mod">
        <pc:chgData name="Livio Lipani" userId="dd99bacbe8734019" providerId="LiveId" clId="{A197D620-7547-5389-BA9E-2FF828287862}" dt="2026-06-25T07:17:09.458" v="16" actId="478"/>
        <pc:sldMkLst>
          <pc:docMk/>
          <pc:sldMk cId="24305935" sldId="264"/>
        </pc:sldMkLst>
        <pc:spChg chg="del">
          <ac:chgData name="Livio Lipani" userId="dd99bacbe8734019" providerId="LiveId" clId="{A197D620-7547-5389-BA9E-2FF828287862}" dt="2026-06-25T07:17:09.458" v="16" actId="478"/>
          <ac:spMkLst>
            <pc:docMk/>
            <pc:sldMk cId="24305935" sldId="264"/>
            <ac:spMk id="70" creationId="{00000000-0000-0000-0000-000000000000}"/>
          </ac:spMkLst>
        </pc:spChg>
      </pc:sldChg>
      <pc:sldChg chg="delSp mod">
        <pc:chgData name="Livio Lipani" userId="dd99bacbe8734019" providerId="LiveId" clId="{A197D620-7547-5389-BA9E-2FF828287862}" dt="2026-06-25T07:17:13.299" v="17" actId="478"/>
        <pc:sldMkLst>
          <pc:docMk/>
          <pc:sldMk cId="2426438792" sldId="266"/>
        </pc:sldMkLst>
        <pc:spChg chg="del">
          <ac:chgData name="Livio Lipani" userId="dd99bacbe8734019" providerId="LiveId" clId="{A197D620-7547-5389-BA9E-2FF828287862}" dt="2026-06-25T07:17:13.299" v="17" actId="478"/>
          <ac:spMkLst>
            <pc:docMk/>
            <pc:sldMk cId="2426438792" sldId="266"/>
            <ac:spMk id="90" creationId="{00000000-0000-0000-0000-000000000000}"/>
          </ac:spMkLst>
        </pc:spChg>
      </pc:sldChg>
      <pc:sldChg chg="delSp modSp mod">
        <pc:chgData name="Livio Lipani" userId="dd99bacbe8734019" providerId="LiveId" clId="{A197D620-7547-5389-BA9E-2FF828287862}" dt="2026-06-25T07:21:25.689" v="27" actId="113"/>
        <pc:sldMkLst>
          <pc:docMk/>
          <pc:sldMk cId="4175385368" sldId="276"/>
        </pc:sldMkLst>
        <pc:spChg chg="mod">
          <ac:chgData name="Livio Lipani" userId="dd99bacbe8734019" providerId="LiveId" clId="{A197D620-7547-5389-BA9E-2FF828287862}" dt="2026-06-25T07:20:40.725" v="23" actId="20577"/>
          <ac:spMkLst>
            <pc:docMk/>
            <pc:sldMk cId="4175385368" sldId="276"/>
            <ac:spMk id="42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21:14.399" v="25" actId="113"/>
          <ac:spMkLst>
            <pc:docMk/>
            <pc:sldMk cId="4175385368" sldId="276"/>
            <ac:spMk id="44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21:25.689" v="27" actId="113"/>
          <ac:spMkLst>
            <pc:docMk/>
            <pc:sldMk cId="4175385368" sldId="276"/>
            <ac:spMk id="51" creationId="{00000000-0000-0000-0000-000000000000}"/>
          </ac:spMkLst>
        </pc:spChg>
        <pc:spChg chg="del">
          <ac:chgData name="Livio Lipani" userId="dd99bacbe8734019" providerId="LiveId" clId="{A197D620-7547-5389-BA9E-2FF828287862}" dt="2026-06-25T07:17:05.075" v="15" actId="478"/>
          <ac:spMkLst>
            <pc:docMk/>
            <pc:sldMk cId="4175385368" sldId="276"/>
            <ac:spMk id="52" creationId="{00000000-0000-0000-0000-000000000000}"/>
          </ac:spMkLst>
        </pc:spChg>
      </pc:sldChg>
      <pc:sldChg chg="delSp modSp mod modShow">
        <pc:chgData name="Livio Lipani" userId="dd99bacbe8734019" providerId="LiveId" clId="{A197D620-7547-5389-BA9E-2FF828287862}" dt="2026-06-25T07:17:18.816" v="18" actId="478"/>
        <pc:sldMkLst>
          <pc:docMk/>
          <pc:sldMk cId="1826173690" sldId="277"/>
        </pc:sldMkLst>
        <pc:spChg chg="mod">
          <ac:chgData name="Livio Lipani" userId="dd99bacbe8734019" providerId="LiveId" clId="{A197D620-7547-5389-BA9E-2FF828287862}" dt="2026-06-24T17:59:18.138" v="7" actId="1076"/>
          <ac:spMkLst>
            <pc:docMk/>
            <pc:sldMk cId="1826173690" sldId="277"/>
            <ac:spMk id="103" creationId="{00000000-0000-0000-0000-000000000000}"/>
          </ac:spMkLst>
        </pc:spChg>
        <pc:spChg chg="mod">
          <ac:chgData name="Livio Lipani" userId="dd99bacbe8734019" providerId="LiveId" clId="{A197D620-7547-5389-BA9E-2FF828287862}" dt="2026-06-24T17:59:18.138" v="7" actId="1076"/>
          <ac:spMkLst>
            <pc:docMk/>
            <pc:sldMk cId="1826173690" sldId="277"/>
            <ac:spMk id="104" creationId="{00000000-0000-0000-0000-000000000000}"/>
          </ac:spMkLst>
        </pc:spChg>
        <pc:spChg chg="mod">
          <ac:chgData name="Livio Lipani" userId="dd99bacbe8734019" providerId="LiveId" clId="{A197D620-7547-5389-BA9E-2FF828287862}" dt="2026-06-24T17:59:18.138" v="7" actId="1076"/>
          <ac:spMkLst>
            <pc:docMk/>
            <pc:sldMk cId="1826173690" sldId="277"/>
            <ac:spMk id="105" creationId="{00000000-0000-0000-0000-000000000000}"/>
          </ac:spMkLst>
        </pc:spChg>
        <pc:spChg chg="mod">
          <ac:chgData name="Livio Lipani" userId="dd99bacbe8734019" providerId="LiveId" clId="{A197D620-7547-5389-BA9E-2FF828287862}" dt="2026-06-24T17:59:18.138" v="7" actId="1076"/>
          <ac:spMkLst>
            <pc:docMk/>
            <pc:sldMk cId="1826173690" sldId="277"/>
            <ac:spMk id="106" creationId="{00000000-0000-0000-0000-000000000000}"/>
          </ac:spMkLst>
        </pc:spChg>
        <pc:spChg chg="mod">
          <ac:chgData name="Livio Lipani" userId="dd99bacbe8734019" providerId="LiveId" clId="{A197D620-7547-5389-BA9E-2FF828287862}" dt="2026-06-24T17:59:18.138" v="7" actId="1076"/>
          <ac:spMkLst>
            <pc:docMk/>
            <pc:sldMk cId="1826173690" sldId="277"/>
            <ac:spMk id="107" creationId="{00000000-0000-0000-0000-000000000000}"/>
          </ac:spMkLst>
        </pc:spChg>
        <pc:spChg chg="del">
          <ac:chgData name="Livio Lipani" userId="dd99bacbe8734019" providerId="LiveId" clId="{A197D620-7547-5389-BA9E-2FF828287862}" dt="2026-06-25T07:17:18.816" v="18" actId="478"/>
          <ac:spMkLst>
            <pc:docMk/>
            <pc:sldMk cId="1826173690" sldId="277"/>
            <ac:spMk id="114" creationId="{00000000-0000-0000-0000-000000000000}"/>
          </ac:spMkLst>
        </pc:spChg>
        <pc:cxnChg chg="mod">
          <ac:chgData name="Livio Lipani" userId="dd99bacbe8734019" providerId="LiveId" clId="{A197D620-7547-5389-BA9E-2FF828287862}" dt="2026-06-24T17:59:18.138" v="7" actId="1076"/>
          <ac:cxnSpMkLst>
            <pc:docMk/>
            <pc:sldMk cId="1826173690" sldId="277"/>
            <ac:cxnSpMk id="108" creationId="{00000000-0000-0000-0000-000000000000}"/>
          </ac:cxnSpMkLst>
        </pc:cxnChg>
        <pc:cxnChg chg="mod">
          <ac:chgData name="Livio Lipani" userId="dd99bacbe8734019" providerId="LiveId" clId="{A197D620-7547-5389-BA9E-2FF828287862}" dt="2026-06-24T17:59:18.138" v="7" actId="1076"/>
          <ac:cxnSpMkLst>
            <pc:docMk/>
            <pc:sldMk cId="1826173690" sldId="277"/>
            <ac:cxnSpMk id="109" creationId="{00000000-0000-0000-0000-000000000000}"/>
          </ac:cxnSpMkLst>
        </pc:cxnChg>
        <pc:cxnChg chg="mod">
          <ac:chgData name="Livio Lipani" userId="dd99bacbe8734019" providerId="LiveId" clId="{A197D620-7547-5389-BA9E-2FF828287862}" dt="2026-06-24T17:59:18.138" v="7" actId="1076"/>
          <ac:cxnSpMkLst>
            <pc:docMk/>
            <pc:sldMk cId="1826173690" sldId="277"/>
            <ac:cxnSpMk id="110" creationId="{00000000-0000-0000-0000-000000000000}"/>
          </ac:cxnSpMkLst>
        </pc:cxnChg>
        <pc:cxnChg chg="mod">
          <ac:chgData name="Livio Lipani" userId="dd99bacbe8734019" providerId="LiveId" clId="{A197D620-7547-5389-BA9E-2FF828287862}" dt="2026-06-24T17:59:18.138" v="7" actId="1076"/>
          <ac:cxnSpMkLst>
            <pc:docMk/>
            <pc:sldMk cId="1826173690" sldId="277"/>
            <ac:cxnSpMk id="111" creationId="{00000000-0000-0000-0000-000000000000}"/>
          </ac:cxnSpMkLst>
        </pc:cxnChg>
      </pc:sldChg>
      <pc:sldChg chg="delSp mod">
        <pc:chgData name="Livio Lipani" userId="dd99bacbe8734019" providerId="LiveId" clId="{A197D620-7547-5389-BA9E-2FF828287862}" dt="2026-06-25T07:17:25.336" v="20" actId="478"/>
        <pc:sldMkLst>
          <pc:docMk/>
          <pc:sldMk cId="3795199403" sldId="279"/>
        </pc:sldMkLst>
        <pc:spChg chg="del">
          <ac:chgData name="Livio Lipani" userId="dd99bacbe8734019" providerId="LiveId" clId="{A197D620-7547-5389-BA9E-2FF828287862}" dt="2026-06-25T07:17:25.336" v="20" actId="478"/>
          <ac:spMkLst>
            <pc:docMk/>
            <pc:sldMk cId="3795199403" sldId="279"/>
            <ac:spMk id="175" creationId="{00000000-0000-0000-0000-000000000000}"/>
          </ac:spMkLst>
        </pc:spChg>
      </pc:sldChg>
      <pc:sldChg chg="addSp delSp modSp mod">
        <pc:chgData name="Livio Lipani" userId="dd99bacbe8734019" providerId="LiveId" clId="{A197D620-7547-5389-BA9E-2FF828287862}" dt="2026-06-25T07:37:31.862" v="191" actId="207"/>
        <pc:sldMkLst>
          <pc:docMk/>
          <pc:sldMk cId="1344627546" sldId="280"/>
        </pc:sldMkLst>
        <pc:spChg chg="add mod">
          <ac:chgData name="Livio Lipani" userId="dd99bacbe8734019" providerId="LiveId" clId="{A197D620-7547-5389-BA9E-2FF828287862}" dt="2026-06-25T07:34:00.502" v="123" actId="1076"/>
          <ac:spMkLst>
            <pc:docMk/>
            <pc:sldMk cId="1344627546" sldId="280"/>
            <ac:spMk id="2" creationId="{C4F36ADE-C201-140C-B896-E224163B2CCB}"/>
          </ac:spMkLst>
        </pc:spChg>
        <pc:spChg chg="mod">
          <ac:chgData name="Livio Lipani" userId="dd99bacbe8734019" providerId="LiveId" clId="{A197D620-7547-5389-BA9E-2FF828287862}" dt="2026-06-25T07:28:36.281" v="52" actId="1076"/>
          <ac:spMkLst>
            <pc:docMk/>
            <pc:sldMk cId="1344627546" sldId="280"/>
            <ac:spMk id="3" creationId="{84745E47-04AE-9F8B-D6C3-C91EA7AE5541}"/>
          </ac:spMkLst>
        </pc:spChg>
        <pc:spChg chg="mod">
          <ac:chgData name="Livio Lipani" userId="dd99bacbe8734019" providerId="LiveId" clId="{A197D620-7547-5389-BA9E-2FF828287862}" dt="2026-06-25T07:29:07.627" v="60" actId="1076"/>
          <ac:spMkLst>
            <pc:docMk/>
            <pc:sldMk cId="1344627546" sldId="280"/>
            <ac:spMk id="4" creationId="{F59533F1-E74B-E90F-7137-B7BD8A1B52EE}"/>
          </ac:spMkLst>
        </pc:spChg>
        <pc:spChg chg="mod">
          <ac:chgData name="Livio Lipani" userId="dd99bacbe8734019" providerId="LiveId" clId="{A197D620-7547-5389-BA9E-2FF828287862}" dt="2026-06-25T07:28:36.281" v="52" actId="1076"/>
          <ac:spMkLst>
            <pc:docMk/>
            <pc:sldMk cId="1344627546" sldId="280"/>
            <ac:spMk id="5" creationId="{0D2A2294-879F-ACD1-018D-FB3659B53E27}"/>
          </ac:spMkLst>
        </pc:spChg>
        <pc:spChg chg="mod">
          <ac:chgData name="Livio Lipani" userId="dd99bacbe8734019" providerId="LiveId" clId="{A197D620-7547-5389-BA9E-2FF828287862}" dt="2026-06-25T07:29:00.427" v="56" actId="1076"/>
          <ac:spMkLst>
            <pc:docMk/>
            <pc:sldMk cId="1344627546" sldId="280"/>
            <ac:spMk id="6" creationId="{CC08D720-F991-5F6B-288F-2D45E52C8B8E}"/>
          </ac:spMkLst>
        </pc:spChg>
        <pc:spChg chg="add mod">
          <ac:chgData name="Livio Lipani" userId="dd99bacbe8734019" providerId="LiveId" clId="{A197D620-7547-5389-BA9E-2FF828287862}" dt="2026-06-25T07:34:04.834" v="125" actId="1076"/>
          <ac:spMkLst>
            <pc:docMk/>
            <pc:sldMk cId="1344627546" sldId="280"/>
            <ac:spMk id="7" creationId="{36B13F89-9ADB-8844-EE38-243949B24ABB}"/>
          </ac:spMkLst>
        </pc:spChg>
        <pc:spChg chg="add mod">
          <ac:chgData name="Livio Lipani" userId="dd99bacbe8734019" providerId="LiveId" clId="{A197D620-7547-5389-BA9E-2FF828287862}" dt="2026-06-25T07:34:11.091" v="127" actId="1076"/>
          <ac:spMkLst>
            <pc:docMk/>
            <pc:sldMk cId="1344627546" sldId="280"/>
            <ac:spMk id="8" creationId="{BFD1C154-2BC9-7DCA-3059-0BB2134532F3}"/>
          </ac:spMkLst>
        </pc:spChg>
        <pc:spChg chg="add mod">
          <ac:chgData name="Livio Lipani" userId="dd99bacbe8734019" providerId="LiveId" clId="{A197D620-7547-5389-BA9E-2FF828287862}" dt="2026-06-25T07:34:15.150" v="129" actId="1076"/>
          <ac:spMkLst>
            <pc:docMk/>
            <pc:sldMk cId="1344627546" sldId="280"/>
            <ac:spMk id="9" creationId="{DB2B3242-1E15-B63C-49DB-6E346B4F7164}"/>
          </ac:spMkLst>
        </pc:spChg>
        <pc:spChg chg="add mod">
          <ac:chgData name="Livio Lipani" userId="dd99bacbe8734019" providerId="LiveId" clId="{A197D620-7547-5389-BA9E-2FF828287862}" dt="2026-06-25T07:34:19.025" v="131" actId="1076"/>
          <ac:spMkLst>
            <pc:docMk/>
            <pc:sldMk cId="1344627546" sldId="280"/>
            <ac:spMk id="10" creationId="{742DBBC9-9032-63C9-1315-A1FD56DA2F3C}"/>
          </ac:spMkLst>
        </pc:spChg>
        <pc:spChg chg="mod">
          <ac:chgData name="Livio Lipani" userId="dd99bacbe8734019" providerId="LiveId" clId="{A197D620-7547-5389-BA9E-2FF828287862}" dt="2026-06-25T07:37:31.862" v="191" actId="207"/>
          <ac:spMkLst>
            <pc:docMk/>
            <pc:sldMk cId="1344627546" sldId="280"/>
            <ac:spMk id="121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5:17.102" v="138" actId="14100"/>
          <ac:spMkLst>
            <pc:docMk/>
            <pc:sldMk cId="1344627546" sldId="280"/>
            <ac:spMk id="122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5:29.354" v="154" actId="1037"/>
          <ac:spMkLst>
            <pc:docMk/>
            <pc:sldMk cId="1344627546" sldId="280"/>
            <ac:spMk id="123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4:50.766" v="134" actId="14100"/>
          <ac:spMkLst>
            <pc:docMk/>
            <pc:sldMk cId="1344627546" sldId="280"/>
            <ac:spMk id="124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28:55.592" v="55" actId="1076"/>
          <ac:spMkLst>
            <pc:docMk/>
            <pc:sldMk cId="1344627546" sldId="280"/>
            <ac:spMk id="125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29:02.177" v="57" actId="1076"/>
          <ac:spMkLst>
            <pc:docMk/>
            <pc:sldMk cId="1344627546" sldId="280"/>
            <ac:spMk id="126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29:12.060" v="62" actId="1076"/>
          <ac:spMkLst>
            <pc:docMk/>
            <pc:sldMk cId="1344627546" sldId="280"/>
            <ac:spMk id="127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28:36.281" v="52" actId="1076"/>
          <ac:spMkLst>
            <pc:docMk/>
            <pc:sldMk cId="1344627546" sldId="280"/>
            <ac:spMk id="128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28:36.281" v="52" actId="1076"/>
          <ac:spMkLst>
            <pc:docMk/>
            <pc:sldMk cId="1344627546" sldId="280"/>
            <ac:spMk id="129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29:10.185" v="61" actId="1076"/>
          <ac:spMkLst>
            <pc:docMk/>
            <pc:sldMk cId="1344627546" sldId="280"/>
            <ac:spMk id="130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28:36.281" v="52" actId="1076"/>
          <ac:spMkLst>
            <pc:docMk/>
            <pc:sldMk cId="1344627546" sldId="280"/>
            <ac:spMk id="131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2:28.116" v="98" actId="14100"/>
          <ac:spMkLst>
            <pc:docMk/>
            <pc:sldMk cId="1344627546" sldId="280"/>
            <ac:spMk id="135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2:28.116" v="98" actId="14100"/>
          <ac:spMkLst>
            <pc:docMk/>
            <pc:sldMk cId="1344627546" sldId="280"/>
            <ac:spMk id="136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2:28.116" v="98" actId="14100"/>
          <ac:spMkLst>
            <pc:docMk/>
            <pc:sldMk cId="1344627546" sldId="280"/>
            <ac:spMk id="137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2:28.116" v="98" actId="14100"/>
          <ac:spMkLst>
            <pc:docMk/>
            <pc:sldMk cId="1344627546" sldId="280"/>
            <ac:spMk id="138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2:28.116" v="98" actId="14100"/>
          <ac:spMkLst>
            <pc:docMk/>
            <pc:sldMk cId="1344627546" sldId="280"/>
            <ac:spMk id="139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2:28.116" v="98" actId="14100"/>
          <ac:spMkLst>
            <pc:docMk/>
            <pc:sldMk cId="1344627546" sldId="280"/>
            <ac:spMk id="140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2:28.116" v="98" actId="14100"/>
          <ac:spMkLst>
            <pc:docMk/>
            <pc:sldMk cId="1344627546" sldId="280"/>
            <ac:spMk id="141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2:28.116" v="98" actId="14100"/>
          <ac:spMkLst>
            <pc:docMk/>
            <pc:sldMk cId="1344627546" sldId="280"/>
            <ac:spMk id="142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5:14.280" v="137" actId="14100"/>
          <ac:spMkLst>
            <pc:docMk/>
            <pc:sldMk cId="1344627546" sldId="280"/>
            <ac:spMk id="145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15.779" v="108" actId="1076"/>
          <ac:spMkLst>
            <pc:docMk/>
            <pc:sldMk cId="1344627546" sldId="280"/>
            <ac:spMk id="146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18.066" v="109" actId="1076"/>
          <ac:spMkLst>
            <pc:docMk/>
            <pc:sldMk cId="1344627546" sldId="280"/>
            <ac:spMk id="147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20.121" v="110" actId="1076"/>
          <ac:spMkLst>
            <pc:docMk/>
            <pc:sldMk cId="1344627546" sldId="280"/>
            <ac:spMk id="148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22.035" v="111" actId="1076"/>
          <ac:spMkLst>
            <pc:docMk/>
            <pc:sldMk cId="1344627546" sldId="280"/>
            <ac:spMk id="149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23.777" v="112" actId="1076"/>
          <ac:spMkLst>
            <pc:docMk/>
            <pc:sldMk cId="1344627546" sldId="280"/>
            <ac:spMk id="150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27.728" v="114" actId="1076"/>
          <ac:spMkLst>
            <pc:docMk/>
            <pc:sldMk cId="1344627546" sldId="280"/>
            <ac:spMk id="151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30.336" v="115" actId="1076"/>
          <ac:spMkLst>
            <pc:docMk/>
            <pc:sldMk cId="1344627546" sldId="280"/>
            <ac:spMk id="152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43.618" v="121" actId="1076"/>
          <ac:spMkLst>
            <pc:docMk/>
            <pc:sldMk cId="1344627546" sldId="280"/>
            <ac:spMk id="153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35.160" v="117" actId="1076"/>
          <ac:spMkLst>
            <pc:docMk/>
            <pc:sldMk cId="1344627546" sldId="280"/>
            <ac:spMk id="154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32.211" v="116" actId="1076"/>
          <ac:spMkLst>
            <pc:docMk/>
            <pc:sldMk cId="1344627546" sldId="280"/>
            <ac:spMk id="155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40.144" v="119" actId="1076"/>
          <ac:spMkLst>
            <pc:docMk/>
            <pc:sldMk cId="1344627546" sldId="280"/>
            <ac:spMk id="156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38.168" v="118" actId="1076"/>
          <ac:spMkLst>
            <pc:docMk/>
            <pc:sldMk cId="1344627546" sldId="280"/>
            <ac:spMk id="157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25.874" v="113" actId="1076"/>
          <ac:spMkLst>
            <pc:docMk/>
            <pc:sldMk cId="1344627546" sldId="280"/>
            <ac:spMk id="158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3:42.110" v="120" actId="1076"/>
          <ac:spMkLst>
            <pc:docMk/>
            <pc:sldMk cId="1344627546" sldId="280"/>
            <ac:spMk id="160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24:38.098" v="31" actId="20577"/>
          <ac:spMkLst>
            <pc:docMk/>
            <pc:sldMk cId="1344627546" sldId="280"/>
            <ac:spMk id="165" creationId="{00000000-0000-0000-0000-000000000000}"/>
          </ac:spMkLst>
        </pc:spChg>
        <pc:spChg chg="del">
          <ac:chgData name="Livio Lipani" userId="dd99bacbe8734019" providerId="LiveId" clId="{A197D620-7547-5389-BA9E-2FF828287862}" dt="2026-06-25T07:17:22.115" v="19" actId="478"/>
          <ac:spMkLst>
            <pc:docMk/>
            <pc:sldMk cId="1344627546" sldId="280"/>
            <ac:spMk id="166" creationId="{00000000-0000-0000-0000-000000000000}"/>
          </ac:spMkLst>
        </pc:spChg>
        <pc:spChg chg="mod">
          <ac:chgData name="Livio Lipani" userId="dd99bacbe8734019" providerId="LiveId" clId="{A197D620-7547-5389-BA9E-2FF828287862}" dt="2026-06-25T07:35:24.629" v="147" actId="1038"/>
          <ac:spMkLst>
            <pc:docMk/>
            <pc:sldMk cId="1344627546" sldId="280"/>
            <ac:spMk id="167" creationId="{00000000-0000-0000-0000-000000000000}"/>
          </ac:spMkLst>
        </pc:spChg>
      </pc:sldChg>
      <pc:sldMasterChg chg="addSp">
        <pc:chgData name="Livio Lipani" userId="dd99bacbe8734019" providerId="LiveId" clId="{A197D620-7547-5389-BA9E-2FF828287862}" dt="2026-06-25T07:22:08.436" v="28"/>
        <pc:sldMasterMkLst>
          <pc:docMk/>
          <pc:sldMasterMk cId="2021050522" sldId="2147483672"/>
        </pc:sldMasterMkLst>
        <pc:spChg chg="add">
          <ac:chgData name="Livio Lipani" userId="dd99bacbe8734019" providerId="LiveId" clId="{A197D620-7547-5389-BA9E-2FF828287862}" dt="2026-06-25T07:22:08.436" v="28"/>
          <ac:spMkLst>
            <pc:docMk/>
            <pc:sldMasterMk cId="2021050522" sldId="2147483672"/>
            <ac:spMk id="7" creationId="{1E77DC6C-D5ED-AF38-AFBE-88A234565071}"/>
          </ac:spMkLst>
        </pc:spChg>
      </pc:sldMasterChg>
      <pc:sldMasterChg chg="addSp">
        <pc:chgData name="Livio Lipani" userId="dd99bacbe8734019" providerId="LiveId" clId="{A197D620-7547-5389-BA9E-2FF828287862}" dt="2026-06-25T07:22:10.512" v="29"/>
        <pc:sldMasterMkLst>
          <pc:docMk/>
          <pc:sldMasterMk cId="3654606455" sldId="2147483684"/>
        </pc:sldMasterMkLst>
        <pc:spChg chg="add">
          <ac:chgData name="Livio Lipani" userId="dd99bacbe8734019" providerId="LiveId" clId="{A197D620-7547-5389-BA9E-2FF828287862}" dt="2026-06-25T07:22:10.512" v="29"/>
          <ac:spMkLst>
            <pc:docMk/>
            <pc:sldMasterMk cId="3654606455" sldId="2147483684"/>
            <ac:spMk id="7" creationId="{BAAEF290-ED43-7AD2-4C7E-4AA19AD16CA1}"/>
          </ac:spMkLst>
        </pc:spChg>
      </pc:sldMasterChg>
    </pc:docChg>
  </pc:docChgLst>
  <pc:docChgLst>
    <pc:chgData name="Livio Lipani" userId="dd99bacbe8734019" providerId="Windows Live" clId="Web-{C50BFDE8-D3EE-4BD6-AAD6-E69EB484DE70}"/>
    <pc:docChg chg="modSld">
      <pc:chgData name="Livio Lipani" userId="dd99bacbe8734019" providerId="Windows Live" clId="Web-{C50BFDE8-D3EE-4BD6-AAD6-E69EB484DE70}" dt="2026-06-23T15:16:36.982" v="20" actId="20577"/>
      <pc:docMkLst>
        <pc:docMk/>
      </pc:docMkLst>
      <pc:sldChg chg="modSp">
        <pc:chgData name="Livio Lipani" userId="dd99bacbe8734019" providerId="Windows Live" clId="Web-{C50BFDE8-D3EE-4BD6-AAD6-E69EB484DE70}" dt="2026-06-23T15:16:36.982" v="20" actId="20577"/>
        <pc:sldMkLst>
          <pc:docMk/>
          <pc:sldMk cId="3462612143" sldId="258"/>
        </pc:sldMkLst>
        <pc:spChg chg="mod">
          <ac:chgData name="Livio Lipani" userId="dd99bacbe8734019" providerId="Windows Live" clId="Web-{C50BFDE8-D3EE-4BD6-AAD6-E69EB484DE70}" dt="2026-06-23T15:16:36.982" v="20" actId="20577"/>
          <ac:spMkLst>
            <pc:docMk/>
            <pc:sldMk cId="3462612143" sldId="258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E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25.06.26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  <p:sp>
        <p:nvSpPr>
          <p:cNvPr id="900" name="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12402"/>
          </a:solidFill>
          <a:latin typeface="Calibri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1240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41240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41240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41240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41240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E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09600" y="952500"/>
            <a:ext cx="10972800" cy="1651000"/>
          </a:xfrm>
        </p:spPr>
        <p:txBody>
          <a:bodyPr/>
          <a:lstStyle/>
          <a:p>
            <a:pPr algn="ctr">
              <a:buNone/>
            </a:pPr>
            <a:r>
              <a:rPr lang="en-US" sz="5400" b="1" dirty="0">
                <a:solidFill>
                  <a:srgbClr val="412402"/>
                </a:solidFill>
                <a:latin typeface="Calibri"/>
              </a:rPr>
              <a:t>Project GEB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09600" y="2667000"/>
            <a:ext cx="10972800" cy="533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3200" dirty="0"/>
              <a:t>Real-Time </a:t>
            </a:r>
            <a:r>
              <a:rPr lang="it-IT" sz="3200" dirty="0" err="1"/>
              <a:t>Seismic</a:t>
            </a:r>
            <a:r>
              <a:rPr lang="it-IT" sz="3200" dirty="0"/>
              <a:t> Event </a:t>
            </a:r>
            <a:r>
              <a:rPr lang="it-IT" sz="3200" dirty="0" err="1"/>
              <a:t>Classification</a:t>
            </a:r>
            <a:endParaRPr lang="en-US" sz="3200" dirty="0">
              <a:solidFill>
                <a:srgbClr val="633806"/>
              </a:solidFill>
              <a:latin typeface="Calibri"/>
            </a:endParaRPr>
          </a:p>
        </p:txBody>
      </p:sp>
      <p:sp>
        <p:nvSpPr>
          <p:cNvPr id="10" name="Wave1"/>
          <p:cNvSpPr/>
          <p:nvPr/>
        </p:nvSpPr>
        <p:spPr>
          <a:xfrm>
            <a:off x="0" y="4114800"/>
            <a:ext cx="12192000" cy="2743200"/>
          </a:xfrm>
          <a:custGeom>
            <a:avLst/>
            <a:gdLst/>
            <a:ahLst/>
            <a:cxnLst/>
            <a:rect l="0" t="0" r="0" b="0"/>
            <a:pathLst>
              <a:path w="12192000" h="2743200">
                <a:moveTo>
                  <a:pt x="0" y="1371600"/>
                </a:moveTo>
                <a:lnTo>
                  <a:pt x="609600" y="1100000"/>
                </a:lnTo>
                <a:lnTo>
                  <a:pt x="914400" y="500000"/>
                </a:lnTo>
                <a:lnTo>
                  <a:pt x="1219200" y="1800000"/>
                </a:lnTo>
                <a:lnTo>
                  <a:pt x="1524000" y="400000"/>
                </a:lnTo>
                <a:lnTo>
                  <a:pt x="1828800" y="2200000"/>
                </a:lnTo>
                <a:lnTo>
                  <a:pt x="2133600" y="800000"/>
                </a:lnTo>
                <a:lnTo>
                  <a:pt x="2438400" y="1600000"/>
                </a:lnTo>
                <a:lnTo>
                  <a:pt x="2743200" y="1200000"/>
                </a:lnTo>
                <a:lnTo>
                  <a:pt x="3048000" y="1500000"/>
                </a:lnTo>
                <a:lnTo>
                  <a:pt x="3352800" y="300000"/>
                </a:lnTo>
                <a:lnTo>
                  <a:pt x="3657600" y="2400000"/>
                </a:lnTo>
                <a:lnTo>
                  <a:pt x="3962400" y="600000"/>
                </a:lnTo>
                <a:lnTo>
                  <a:pt x="4267200" y="1900000"/>
                </a:lnTo>
                <a:lnTo>
                  <a:pt x="4572000" y="1100000"/>
                </a:lnTo>
                <a:lnTo>
                  <a:pt x="4876800" y="1500000"/>
                </a:lnTo>
                <a:lnTo>
                  <a:pt x="5181600" y="900000"/>
                </a:lnTo>
                <a:lnTo>
                  <a:pt x="5486400" y="1700000"/>
                </a:lnTo>
                <a:lnTo>
                  <a:pt x="5791200" y="1000000"/>
                </a:lnTo>
                <a:lnTo>
                  <a:pt x="6096000" y="1400000"/>
                </a:lnTo>
                <a:lnTo>
                  <a:pt x="6400800" y="1200000"/>
                </a:lnTo>
                <a:lnTo>
                  <a:pt x="6705600" y="1600000"/>
                </a:lnTo>
                <a:lnTo>
                  <a:pt x="7010400" y="800000"/>
                </a:lnTo>
                <a:lnTo>
                  <a:pt x="7315200" y="2000000"/>
                </a:lnTo>
                <a:lnTo>
                  <a:pt x="7620000" y="500000"/>
                </a:lnTo>
                <a:lnTo>
                  <a:pt x="7924800" y="1800000"/>
                </a:lnTo>
                <a:lnTo>
                  <a:pt x="8229600" y="1100000"/>
                </a:lnTo>
                <a:lnTo>
                  <a:pt x="8534400" y="1500000"/>
                </a:lnTo>
                <a:lnTo>
                  <a:pt x="8839200" y="1300000"/>
                </a:lnTo>
                <a:lnTo>
                  <a:pt x="9144000" y="1371600"/>
                </a:lnTo>
                <a:lnTo>
                  <a:pt x="12192000" y="1371600"/>
                </a:lnTo>
              </a:path>
            </a:pathLst>
          </a:custGeom>
          <a:noFill/>
          <a:ln w="57150" cap="rnd">
            <a:solidFill>
              <a:srgbClr val="639922">
                <a:alpha val="50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Wave2"/>
          <p:cNvSpPr/>
          <p:nvPr/>
        </p:nvSpPr>
        <p:spPr>
          <a:xfrm>
            <a:off x="0" y="4343400"/>
            <a:ext cx="12192000" cy="2286000"/>
          </a:xfrm>
          <a:custGeom>
            <a:avLst/>
            <a:gdLst/>
            <a:ahLst/>
            <a:cxnLst/>
            <a:rect l="0" t="0" r="0" b="0"/>
            <a:pathLst>
              <a:path w="12192000" h="2286000">
                <a:moveTo>
                  <a:pt x="0" y="1143000"/>
                </a:moveTo>
                <a:lnTo>
                  <a:pt x="812800" y="700000"/>
                </a:lnTo>
                <a:lnTo>
                  <a:pt x="1219200" y="1500000"/>
                </a:lnTo>
                <a:lnTo>
                  <a:pt x="1625600" y="300000"/>
                </a:lnTo>
                <a:lnTo>
                  <a:pt x="2032000" y="1900000"/>
                </a:lnTo>
                <a:lnTo>
                  <a:pt x="2438400" y="500000"/>
                </a:lnTo>
                <a:lnTo>
                  <a:pt x="2844800" y="1600000"/>
                </a:lnTo>
                <a:lnTo>
                  <a:pt x="3251200" y="800000"/>
                </a:lnTo>
                <a:lnTo>
                  <a:pt x="3657600" y="1400000"/>
                </a:lnTo>
                <a:lnTo>
                  <a:pt x="4064000" y="200000"/>
                </a:lnTo>
                <a:lnTo>
                  <a:pt x="4470400" y="2000000"/>
                </a:lnTo>
                <a:lnTo>
                  <a:pt x="4876800" y="400000"/>
                </a:lnTo>
                <a:lnTo>
                  <a:pt x="5283200" y="1700000"/>
                </a:lnTo>
                <a:lnTo>
                  <a:pt x="5689600" y="900000"/>
                </a:lnTo>
                <a:lnTo>
                  <a:pt x="6096000" y="1200000"/>
                </a:lnTo>
                <a:lnTo>
                  <a:pt x="6502400" y="1143000"/>
                </a:lnTo>
                <a:lnTo>
                  <a:pt x="12192000" y="1143000"/>
                </a:lnTo>
              </a:path>
            </a:pathLst>
          </a:custGeom>
          <a:noFill/>
          <a:ln w="38100" cap="rnd">
            <a:solidFill>
              <a:srgbClr val="3B6D1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Wave3"/>
          <p:cNvSpPr/>
          <p:nvPr/>
        </p:nvSpPr>
        <p:spPr>
          <a:xfrm>
            <a:off x="0" y="4572000"/>
            <a:ext cx="12192000" cy="1828800"/>
          </a:xfrm>
          <a:custGeom>
            <a:avLst/>
            <a:gdLst/>
            <a:ahLst/>
            <a:cxnLst/>
            <a:rect l="0" t="0" r="0" b="0"/>
            <a:pathLst>
              <a:path w="12192000" h="1828800">
                <a:moveTo>
                  <a:pt x="0" y="914400"/>
                </a:moveTo>
                <a:lnTo>
                  <a:pt x="1219200" y="600000"/>
                </a:lnTo>
                <a:lnTo>
                  <a:pt x="1828800" y="1200000"/>
                </a:lnTo>
                <a:lnTo>
                  <a:pt x="2438400" y="400000"/>
                </a:lnTo>
                <a:lnTo>
                  <a:pt x="3048000" y="1300000"/>
                </a:lnTo>
                <a:lnTo>
                  <a:pt x="3657600" y="700000"/>
                </a:lnTo>
                <a:lnTo>
                  <a:pt x="4267200" y="1100000"/>
                </a:lnTo>
                <a:lnTo>
                  <a:pt x="4876800" y="800000"/>
                </a:lnTo>
                <a:lnTo>
                  <a:pt x="5486400" y="950000"/>
                </a:lnTo>
                <a:lnTo>
                  <a:pt x="6096000" y="914400"/>
                </a:lnTo>
                <a:lnTo>
                  <a:pt x="12192000" y="914400"/>
                </a:lnTo>
              </a:path>
            </a:pathLst>
          </a:custGeom>
          <a:noFill/>
          <a:ln w="25400" cap="rnd">
            <a:solidFill>
              <a:srgbClr val="EF9F27">
                <a:alpha val="40000"/>
              </a:srgb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Acc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639922"/>
              </a:gs>
              <a:gs pos="50000">
                <a:srgbClr val="3B6D11"/>
              </a:gs>
              <a:gs pos="100000">
                <a:srgbClr val="17340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StudentInfo"/>
          <p:cNvSpPr txBox="1"/>
          <p:nvPr/>
        </p:nvSpPr>
        <p:spPr>
          <a:xfrm>
            <a:off x="7543800" y="6286500"/>
            <a:ext cx="4114800" cy="381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b" anchorCtr="0"/>
          <a:lstStyle/>
          <a:p>
            <a:pPr algn="r"/>
            <a:r>
              <a:rPr lang="en-US" sz="1600" dirty="0">
                <a:solidFill>
                  <a:srgbClr val="85510B"/>
                </a:solidFill>
                <a:latin typeface="Calibri"/>
              </a:rPr>
              <a:t>[Livio Mattia Lipani]  | June 2026</a:t>
            </a:r>
          </a:p>
        </p:txBody>
      </p:sp>
    </p:spTree>
    <p:extLst>
      <p:ext uri="{BB962C8B-B14F-4D97-AF65-F5344CB8AC3E}">
        <p14:creationId xmlns:p14="http://schemas.microsoft.com/office/powerpoint/2010/main" val="3462612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Bar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8551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Heading"/>
          <p:cNvSpPr txBox="1"/>
          <p:nvPr/>
        </p:nvSpPr>
        <p:spPr>
          <a:xfrm>
            <a:off x="508000" y="228600"/>
            <a:ext cx="8000000" cy="762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US" sz="4400" b="1" dirty="0" err="1">
                <a:solidFill>
                  <a:srgbClr val="412402"/>
                </a:solidFill>
                <a:latin typeface="Calibri"/>
              </a:rPr>
              <a:t>Obiettivo</a:t>
            </a:r>
            <a:endParaRPr lang="it-IT"/>
          </a:p>
        </p:txBody>
      </p:sp>
      <p:sp>
        <p:nvSpPr>
          <p:cNvPr id="22" name="SubText"/>
          <p:cNvSpPr txBox="1"/>
          <p:nvPr/>
        </p:nvSpPr>
        <p:spPr>
          <a:xfrm>
            <a:off x="508000" y="99060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ctr"/>
            <a:r>
              <a:rPr lang="en-US" sz="2800" dirty="0" err="1">
                <a:solidFill>
                  <a:srgbClr val="173404"/>
                </a:solidFill>
                <a:latin typeface="Calibri"/>
                <a:ea typeface="Calibri"/>
                <a:cs typeface="Calibri"/>
              </a:rPr>
              <a:t>Distinguere</a:t>
            </a:r>
            <a:r>
              <a:rPr lang="en-US" sz="2800" dirty="0">
                <a:solidFill>
                  <a:srgbClr val="17340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rgbClr val="173404"/>
                </a:solidFill>
                <a:latin typeface="Calibri"/>
                <a:ea typeface="Calibri"/>
                <a:cs typeface="Calibri"/>
              </a:rPr>
              <a:t>terremoti</a:t>
            </a:r>
            <a:r>
              <a:rPr lang="en-US" sz="2800" dirty="0">
                <a:solidFill>
                  <a:srgbClr val="173404"/>
                </a:solidFill>
                <a:latin typeface="Calibri"/>
                <a:ea typeface="Calibri"/>
                <a:cs typeface="Calibri"/>
              </a:rPr>
              <a:t> dal</a:t>
            </a:r>
            <a:r>
              <a:rPr lang="en-US" sz="2800" dirty="0">
                <a:solidFill>
                  <a:srgbClr val="173404"/>
                </a:solidFill>
                <a:latin typeface="Calibri"/>
              </a:rPr>
              <a:t> </a:t>
            </a:r>
            <a:r>
              <a:rPr lang="en-US" sz="2800" dirty="0" err="1">
                <a:solidFill>
                  <a:srgbClr val="173404"/>
                </a:solidFill>
                <a:latin typeface="Calibri"/>
              </a:rPr>
              <a:t>rumore</a:t>
            </a:r>
            <a:r>
              <a:rPr lang="en-US" sz="2800" dirty="0">
                <a:solidFill>
                  <a:srgbClr val="173404"/>
                </a:solidFill>
                <a:latin typeface="Calibri"/>
              </a:rPr>
              <a:t> in real-time</a:t>
            </a:r>
            <a:endParaRPr lang="it-IT" dirty="0"/>
          </a:p>
        </p:txBody>
      </p:sp>
      <p:sp>
        <p:nvSpPr>
          <p:cNvPr id="23" name="NoiseBg"/>
          <p:cNvSpPr/>
          <p:nvPr/>
        </p:nvSpPr>
        <p:spPr>
          <a:xfrm>
            <a:off x="508000" y="1676400"/>
            <a:ext cx="5334000" cy="4114800"/>
          </a:xfrm>
          <a:prstGeom prst="roundRect">
            <a:avLst>
              <a:gd name="adj" fmla="val 5000"/>
            </a:avLst>
          </a:prstGeom>
          <a:solidFill>
            <a:srgbClr val="FFF8F0"/>
          </a:solidFill>
          <a:ln w="25400">
            <a:solidFill>
              <a:srgbClr val="8551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NoiseLabel"/>
          <p:cNvSpPr txBox="1"/>
          <p:nvPr/>
        </p:nvSpPr>
        <p:spPr>
          <a:xfrm>
            <a:off x="508000" y="175260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>
              <a:buNone/>
            </a:pPr>
            <a:r>
              <a:rPr lang="en-US" sz="2400" b="1" dirty="0">
                <a:solidFill>
                  <a:srgbClr val="85510B"/>
                </a:solidFill>
                <a:latin typeface="Calibri"/>
              </a:rPr>
              <a:t>Noise</a:t>
            </a:r>
          </a:p>
        </p:txBody>
      </p:sp>
      <p:sp>
        <p:nvSpPr>
          <p:cNvPr id="25" name="NoiseWave"/>
          <p:cNvSpPr/>
          <p:nvPr/>
        </p:nvSpPr>
        <p:spPr>
          <a:xfrm>
            <a:off x="660400" y="2286000"/>
            <a:ext cx="5029200" cy="3200400"/>
          </a:xfrm>
          <a:custGeom>
            <a:avLst/>
            <a:gdLst/>
            <a:ahLst/>
            <a:cxnLst/>
            <a:rect l="0" t="0" r="0" b="0"/>
            <a:pathLst>
              <a:path w="5029200" h="3200400">
                <a:moveTo>
                  <a:pt x="0" y="1600200"/>
                </a:moveTo>
                <a:lnTo>
                  <a:pt x="125000" y="1200000"/>
                </a:lnTo>
                <a:lnTo>
                  <a:pt x="250000" y="1900000"/>
                </a:lnTo>
                <a:lnTo>
                  <a:pt x="375000" y="800000"/>
                </a:lnTo>
                <a:lnTo>
                  <a:pt x="500000" y="2400000"/>
                </a:lnTo>
                <a:lnTo>
                  <a:pt x="625000" y="600000"/>
                </a:lnTo>
                <a:lnTo>
                  <a:pt x="750000" y="2200000"/>
                </a:lnTo>
                <a:lnTo>
                  <a:pt x="875000" y="1000000"/>
                </a:lnTo>
                <a:lnTo>
                  <a:pt x="1000000" y="2600000"/>
                </a:lnTo>
                <a:lnTo>
                  <a:pt x="1125000" y="400000"/>
                </a:lnTo>
                <a:lnTo>
                  <a:pt x="1250000" y="2800000"/>
                </a:lnTo>
                <a:lnTo>
                  <a:pt x="1375000" y="500000"/>
                </a:lnTo>
                <a:lnTo>
                  <a:pt x="1500000" y="2100000"/>
                </a:lnTo>
                <a:lnTo>
                  <a:pt x="1700000" y="900000"/>
                </a:lnTo>
                <a:lnTo>
                  <a:pt x="1900000" y="2500000"/>
                </a:lnTo>
                <a:lnTo>
                  <a:pt x="2100000" y="700000"/>
                </a:lnTo>
                <a:lnTo>
                  <a:pt x="2300000" y="2300000"/>
                </a:lnTo>
                <a:lnTo>
                  <a:pt x="2500000" y="800000"/>
                </a:lnTo>
                <a:lnTo>
                  <a:pt x="2700000" y="2000000"/>
                </a:lnTo>
                <a:lnTo>
                  <a:pt x="2900000" y="1100000"/>
                </a:lnTo>
                <a:lnTo>
                  <a:pt x="3100000" y="2700000"/>
                </a:lnTo>
                <a:lnTo>
                  <a:pt x="3300000" y="300000"/>
                </a:lnTo>
                <a:lnTo>
                  <a:pt x="3500000" y="2900000"/>
                </a:lnTo>
                <a:lnTo>
                  <a:pt x="3700000" y="500000"/>
                </a:lnTo>
                <a:lnTo>
                  <a:pt x="3900000" y="2200000"/>
                </a:lnTo>
                <a:lnTo>
                  <a:pt x="4100000" y="1600200"/>
                </a:lnTo>
                <a:lnTo>
                  <a:pt x="4300000" y="800000"/>
                </a:lnTo>
                <a:lnTo>
                  <a:pt x="4500000" y="2400000"/>
                </a:lnTo>
                <a:lnTo>
                  <a:pt x="4700000" y="600000"/>
                </a:lnTo>
                <a:lnTo>
                  <a:pt x="4900000" y="1900000"/>
                </a:lnTo>
                <a:lnTo>
                  <a:pt x="5029200" y="1600200"/>
                </a:lnTo>
              </a:path>
            </a:pathLst>
          </a:custGeom>
          <a:noFill/>
          <a:ln w="31750" cap="rnd">
            <a:solidFill>
              <a:srgbClr val="85510B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EqBg"/>
          <p:cNvSpPr/>
          <p:nvPr/>
        </p:nvSpPr>
        <p:spPr>
          <a:xfrm>
            <a:off x="6350000" y="1676400"/>
            <a:ext cx="5334000" cy="4114800"/>
          </a:xfrm>
          <a:prstGeom prst="roundRect">
            <a:avLst>
              <a:gd name="adj" fmla="val 5000"/>
            </a:avLst>
          </a:prstGeom>
          <a:solidFill>
            <a:srgbClr val="F0F8E8"/>
          </a:solidFill>
          <a:ln w="25400">
            <a:solidFill>
              <a:srgbClr val="63992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EqLabel"/>
          <p:cNvSpPr txBox="1"/>
          <p:nvPr/>
        </p:nvSpPr>
        <p:spPr>
          <a:xfrm>
            <a:off x="6350000" y="175260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>
              <a:buNone/>
            </a:pPr>
            <a:r>
              <a:rPr lang="en-US" sz="2400" b="1" dirty="0">
                <a:solidFill>
                  <a:srgbClr val="639922"/>
                </a:solidFill>
                <a:latin typeface="Calibri"/>
              </a:rPr>
              <a:t>Earthquake</a:t>
            </a:r>
          </a:p>
        </p:txBody>
      </p:sp>
      <p:sp>
        <p:nvSpPr>
          <p:cNvPr id="28" name="EqWave"/>
          <p:cNvSpPr/>
          <p:nvPr/>
        </p:nvSpPr>
        <p:spPr>
          <a:xfrm>
            <a:off x="6502400" y="2286000"/>
            <a:ext cx="5029200" cy="3200400"/>
          </a:xfrm>
          <a:custGeom>
            <a:avLst/>
            <a:gdLst/>
            <a:ahLst/>
            <a:cxnLst/>
            <a:rect l="0" t="0" r="0" b="0"/>
            <a:pathLst>
              <a:path w="5029200" h="3200400">
                <a:moveTo>
                  <a:pt x="0" y="1600200"/>
                </a:moveTo>
                <a:lnTo>
                  <a:pt x="200000" y="1580000"/>
                </a:lnTo>
                <a:lnTo>
                  <a:pt x="400000" y="1620000"/>
                </a:lnTo>
                <a:lnTo>
                  <a:pt x="600000" y="1560000"/>
                </a:lnTo>
                <a:lnTo>
                  <a:pt x="800000" y="1640000"/>
                </a:lnTo>
                <a:lnTo>
                  <a:pt x="1000000" y="1400000"/>
                </a:lnTo>
                <a:lnTo>
                  <a:pt x="1100000" y="1800000"/>
                </a:lnTo>
                <a:lnTo>
                  <a:pt x="1200000" y="1300000"/>
                </a:lnTo>
                <a:lnTo>
                  <a:pt x="1300000" y="1900000"/>
                </a:lnTo>
                <a:lnTo>
                  <a:pt x="1400000" y="1200000"/>
                </a:lnTo>
                <a:lnTo>
                  <a:pt x="1500000" y="2000000"/>
                </a:lnTo>
                <a:lnTo>
                  <a:pt x="1600000" y="1600200"/>
                </a:lnTo>
                <a:lnTo>
                  <a:pt x="1800000" y="400000"/>
                </a:lnTo>
                <a:lnTo>
                  <a:pt x="1950000" y="2800000"/>
                </a:lnTo>
                <a:lnTo>
                  <a:pt x="2100000" y="200000"/>
                </a:lnTo>
                <a:lnTo>
                  <a:pt x="2250000" y="3000000"/>
                </a:lnTo>
                <a:lnTo>
                  <a:pt x="2400000" y="100000"/>
                </a:lnTo>
                <a:lnTo>
                  <a:pt x="2550000" y="3100000"/>
                </a:lnTo>
                <a:lnTo>
                  <a:pt x="2700000" y="300000"/>
                </a:lnTo>
                <a:lnTo>
                  <a:pt x="2850000" y="2900000"/>
                </a:lnTo>
                <a:lnTo>
                  <a:pt x="3000000" y="500000"/>
                </a:lnTo>
                <a:lnTo>
                  <a:pt x="3150000" y="2600000"/>
                </a:lnTo>
                <a:lnTo>
                  <a:pt x="3300000" y="700000"/>
                </a:lnTo>
                <a:lnTo>
                  <a:pt x="3450000" y="2400000"/>
                </a:lnTo>
                <a:lnTo>
                  <a:pt x="3600000" y="900000"/>
                </a:lnTo>
                <a:lnTo>
                  <a:pt x="3750000" y="2200000"/>
                </a:lnTo>
                <a:lnTo>
                  <a:pt x="3900000" y="1100000"/>
                </a:lnTo>
                <a:lnTo>
                  <a:pt x="4050000" y="2000000"/>
                </a:lnTo>
                <a:lnTo>
                  <a:pt x="4200000" y="1300000"/>
                </a:lnTo>
                <a:lnTo>
                  <a:pt x="4350000" y="1800000"/>
                </a:lnTo>
                <a:lnTo>
                  <a:pt x="4500000" y="1500000"/>
                </a:lnTo>
                <a:lnTo>
                  <a:pt x="4650000" y="1650000"/>
                </a:lnTo>
                <a:lnTo>
                  <a:pt x="4800000" y="1580000"/>
                </a:lnTo>
                <a:lnTo>
                  <a:pt x="5029200" y="1600200"/>
                </a:lnTo>
              </a:path>
            </a:pathLst>
          </a:custGeom>
          <a:noFill/>
          <a:ln w="31750" cap="rnd">
            <a:solidFill>
              <a:srgbClr val="3B6D1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PLabel"/>
          <p:cNvSpPr txBox="1"/>
          <p:nvPr/>
        </p:nvSpPr>
        <p:spPr>
          <a:xfrm>
            <a:off x="7315200" y="22860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EF9F27"/>
                </a:solidFill>
                <a:latin typeface="Calibri"/>
              </a:rPr>
              <a:t>P-wave</a:t>
            </a:r>
          </a:p>
        </p:txBody>
      </p:sp>
      <p:sp>
        <p:nvSpPr>
          <p:cNvPr id="30" name="SLabel"/>
          <p:cNvSpPr txBox="1"/>
          <p:nvPr/>
        </p:nvSpPr>
        <p:spPr>
          <a:xfrm>
            <a:off x="8839200" y="22860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400" b="1" dirty="0">
                <a:solidFill>
                  <a:srgbClr val="EF9F27"/>
                </a:solidFill>
                <a:latin typeface="Calibri"/>
              </a:rPr>
              <a:t>S-wave</a:t>
            </a:r>
          </a:p>
        </p:txBody>
      </p:sp>
    </p:spTree>
    <p:extLst>
      <p:ext uri="{BB962C8B-B14F-4D97-AF65-F5344CB8AC3E}">
        <p14:creationId xmlns:p14="http://schemas.microsoft.com/office/powerpoint/2010/main" val="2803949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E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LeftBar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gradFill>
            <a:gsLst>
              <a:gs pos="0">
                <a:srgbClr val="639922"/>
              </a:gs>
              <a:gs pos="100000">
                <a:srgbClr val="3B6D11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Heading"/>
          <p:cNvSpPr txBox="1"/>
          <p:nvPr/>
        </p:nvSpPr>
        <p:spPr>
          <a:xfrm>
            <a:off x="508000" y="228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r>
              <a:rPr lang="en-US" sz="4400" b="1" dirty="0" err="1">
                <a:solidFill>
                  <a:srgbClr val="412402"/>
                </a:solidFill>
                <a:ea typeface="+mn-lt"/>
                <a:cs typeface="+mn-lt"/>
              </a:rPr>
              <a:t>Classificazione</a:t>
            </a:r>
            <a:r>
              <a:rPr lang="en-US" sz="4400" b="1" dirty="0">
                <a:solidFill>
                  <a:srgbClr val="412402"/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rgbClr val="412402"/>
                </a:solidFill>
                <a:ea typeface="+mn-lt"/>
                <a:cs typeface="+mn-lt"/>
              </a:rPr>
              <a:t>basata</a:t>
            </a:r>
            <a:r>
              <a:rPr lang="en-US" sz="4400" b="1" dirty="0">
                <a:solidFill>
                  <a:srgbClr val="412402"/>
                </a:solidFill>
                <a:ea typeface="+mn-lt"/>
                <a:cs typeface="+mn-lt"/>
              </a:rPr>
              <a:t> </a:t>
            </a:r>
            <a:r>
              <a:rPr lang="en-US" sz="4400" b="1" dirty="0" err="1">
                <a:solidFill>
                  <a:srgbClr val="412402"/>
                </a:solidFill>
                <a:ea typeface="+mn-lt"/>
                <a:cs typeface="+mn-lt"/>
              </a:rPr>
              <a:t>su</a:t>
            </a:r>
            <a:r>
              <a:rPr lang="en-US" sz="4400" b="1" dirty="0">
                <a:solidFill>
                  <a:srgbClr val="412402"/>
                </a:solidFill>
                <a:ea typeface="+mn-lt"/>
                <a:cs typeface="+mn-lt"/>
              </a:rPr>
              <a:t> ML</a:t>
            </a:r>
            <a:endParaRPr lang="it-IT" dirty="0"/>
          </a:p>
        </p:txBody>
      </p:sp>
      <p:sp>
        <p:nvSpPr>
          <p:cNvPr id="42" name="BulletText"/>
          <p:cNvSpPr txBox="1"/>
          <p:nvPr/>
        </p:nvSpPr>
        <p:spPr>
          <a:xfrm>
            <a:off x="511479" y="99060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ctr">
              <a:buNone/>
            </a:pPr>
            <a:r>
              <a:rPr lang="en-US" sz="2400" dirty="0" err="1">
                <a:solidFill>
                  <a:srgbClr val="633806"/>
                </a:solidFill>
                <a:latin typeface="Calibri"/>
              </a:rPr>
              <a:t>RandomForest</a:t>
            </a:r>
            <a:r>
              <a:rPr lang="en-US" sz="2400" dirty="0">
                <a:solidFill>
                  <a:srgbClr val="633806"/>
                </a:solidFill>
                <a:latin typeface="Calibri"/>
              </a:rPr>
              <a:t> model  • </a:t>
            </a:r>
            <a:r>
              <a:rPr lang="it-IT" sz="2400" dirty="0">
                <a:solidFill>
                  <a:srgbClr val="633806"/>
                </a:solidFill>
                <a:latin typeface="Calibri"/>
              </a:rPr>
              <a:t>~</a:t>
            </a:r>
            <a:r>
              <a:rPr lang="en-US" sz="2400" dirty="0">
                <a:solidFill>
                  <a:srgbClr val="633806"/>
                </a:solidFill>
                <a:latin typeface="Calibri"/>
              </a:rPr>
              <a:t>10k labeled traces  •  STEAD dataset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BC4BF34-EBC6-D3C9-0534-6604C8E47E86}"/>
              </a:ext>
            </a:extLst>
          </p:cNvPr>
          <p:cNvGrpSpPr/>
          <p:nvPr/>
        </p:nvGrpSpPr>
        <p:grpSpPr>
          <a:xfrm>
            <a:off x="1905000" y="2615852"/>
            <a:ext cx="8382000" cy="2362200"/>
            <a:chOff x="2004164" y="2615852"/>
            <a:chExt cx="8382000" cy="2362200"/>
          </a:xfrm>
        </p:grpSpPr>
        <p:sp>
          <p:nvSpPr>
            <p:cNvPr id="43" name="WaveIcon"/>
            <p:cNvSpPr/>
            <p:nvPr/>
          </p:nvSpPr>
          <p:spPr>
            <a:xfrm>
              <a:off x="2004164" y="2615852"/>
              <a:ext cx="2286000" cy="1905000"/>
            </a:xfrm>
            <a:prstGeom prst="roundRect">
              <a:avLst>
                <a:gd name="adj" fmla="val 16667"/>
              </a:avLst>
            </a:prstGeom>
            <a:solidFill>
              <a:srgbClr val="3B6D11"/>
            </a:solidFill>
            <a:ln>
              <a:noFill/>
            </a:ln>
          </p:spPr>
          <p:txBody>
            <a:bodyPr anchor="ctr" anchorCtr="1"/>
            <a:lstStyle/>
            <a:p>
              <a:pPr algn="ctr">
                <a:buNone/>
              </a:pPr>
              <a:r>
                <a:rPr lang="en-US" sz="6000" dirty="0">
                  <a:solidFill>
                    <a:srgbClr val="FFFFFF"/>
                  </a:solidFill>
                  <a:latin typeface="Calibri"/>
                </a:rPr>
                <a:t>∿</a:t>
              </a:r>
            </a:p>
          </p:txBody>
        </p:sp>
        <p:sp>
          <p:nvSpPr>
            <p:cNvPr id="44" name="WaveLabel"/>
            <p:cNvSpPr txBox="1"/>
            <p:nvPr/>
          </p:nvSpPr>
          <p:spPr>
            <a:xfrm>
              <a:off x="2004164" y="4597052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="t"/>
            <a:lstStyle/>
            <a:p>
              <a:pPr algn="ctr">
                <a:buNone/>
              </a:pPr>
              <a:r>
                <a:rPr lang="it-IT" sz="2000" b="1" dirty="0"/>
                <a:t>Segnale in ingresso</a:t>
              </a:r>
              <a:endParaRPr lang="en-US" sz="2000" b="1" dirty="0">
                <a:solidFill>
                  <a:srgbClr val="412402"/>
                </a:solidFill>
                <a:latin typeface="Calibri"/>
              </a:endParaRPr>
            </a:p>
          </p:txBody>
        </p:sp>
        <p:sp>
          <p:nvSpPr>
            <p:cNvPr id="45" name="Arrow1"/>
            <p:cNvSpPr/>
            <p:nvPr/>
          </p:nvSpPr>
          <p:spPr>
            <a:xfrm>
              <a:off x="4290164" y="3492152"/>
              <a:ext cx="762000" cy="152400"/>
            </a:xfrm>
            <a:prstGeom prst="rightArrow">
              <a:avLst/>
            </a:prstGeom>
            <a:solidFill>
              <a:srgbClr val="41240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BrainIcon"/>
            <p:cNvSpPr/>
            <p:nvPr/>
          </p:nvSpPr>
          <p:spPr>
            <a:xfrm>
              <a:off x="5052164" y="2615852"/>
              <a:ext cx="2286000" cy="1905000"/>
            </a:xfrm>
            <a:prstGeom prst="roundRect">
              <a:avLst>
                <a:gd name="adj" fmla="val 16667"/>
              </a:avLst>
            </a:prstGeom>
            <a:solidFill>
              <a:srgbClr val="EF9F27"/>
            </a:solidFill>
            <a:ln>
              <a:noFill/>
            </a:ln>
          </p:spPr>
          <p:txBody>
            <a:bodyPr anchor="ctr" anchorCtr="1"/>
            <a:lstStyle/>
            <a:p>
              <a:pPr algn="ctr">
                <a:buNone/>
              </a:pPr>
              <a:r>
                <a:rPr lang="en-US" sz="5400" dirty="0">
                  <a:solidFill>
                    <a:srgbClr val="412402"/>
                  </a:solidFill>
                  <a:latin typeface="Calibri"/>
                </a:rPr>
                <a:t>ML</a:t>
              </a:r>
            </a:p>
          </p:txBody>
        </p:sp>
        <p:sp>
          <p:nvSpPr>
            <p:cNvPr id="47" name="BrainLabel"/>
            <p:cNvSpPr txBox="1"/>
            <p:nvPr/>
          </p:nvSpPr>
          <p:spPr>
            <a:xfrm>
              <a:off x="5052164" y="4597052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="t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412402"/>
                  </a:solidFill>
                  <a:latin typeface="Calibri"/>
                </a:rPr>
                <a:t>RandomForest</a:t>
              </a:r>
            </a:p>
          </p:txBody>
        </p:sp>
        <p:sp>
          <p:nvSpPr>
            <p:cNvPr id="48" name="Arrow2"/>
            <p:cNvSpPr/>
            <p:nvPr/>
          </p:nvSpPr>
          <p:spPr>
            <a:xfrm>
              <a:off x="7338164" y="3492152"/>
              <a:ext cx="762000" cy="152400"/>
            </a:xfrm>
            <a:prstGeom prst="rightArrow">
              <a:avLst/>
            </a:prstGeom>
            <a:solidFill>
              <a:srgbClr val="41240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EqOutput"/>
            <p:cNvSpPr/>
            <p:nvPr/>
          </p:nvSpPr>
          <p:spPr>
            <a:xfrm>
              <a:off x="8100164" y="2615852"/>
              <a:ext cx="2286000" cy="914400"/>
            </a:xfrm>
            <a:prstGeom prst="roundRect">
              <a:avLst>
                <a:gd name="adj" fmla="val 16667"/>
              </a:avLst>
            </a:prstGeom>
            <a:solidFill>
              <a:srgbClr val="3B6D11"/>
            </a:solidFill>
            <a:ln>
              <a:noFill/>
            </a:ln>
          </p:spPr>
          <p:txBody>
            <a:bodyPr anchor="ctr" anchorCtr="1"/>
            <a:lstStyle/>
            <a:p>
              <a:pPr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/>
                </a:rPr>
                <a:t>Earthquake</a:t>
              </a:r>
            </a:p>
          </p:txBody>
        </p:sp>
        <p:sp>
          <p:nvSpPr>
            <p:cNvPr id="50" name="NoiseOutput"/>
            <p:cNvSpPr/>
            <p:nvPr/>
          </p:nvSpPr>
          <p:spPr>
            <a:xfrm>
              <a:off x="8100164" y="3606452"/>
              <a:ext cx="2286000" cy="914400"/>
            </a:xfrm>
            <a:prstGeom prst="roundRect">
              <a:avLst>
                <a:gd name="adj" fmla="val 16667"/>
              </a:avLst>
            </a:prstGeom>
            <a:solidFill>
              <a:srgbClr val="85510B"/>
            </a:solidFill>
            <a:ln>
              <a:noFill/>
            </a:ln>
          </p:spPr>
          <p:txBody>
            <a:bodyPr anchor="ctr" anchorCtr="1"/>
            <a:lstStyle/>
            <a:p>
              <a:pPr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/>
                </a:rPr>
                <a:t>Noise</a:t>
              </a:r>
            </a:p>
          </p:txBody>
        </p:sp>
        <p:sp>
          <p:nvSpPr>
            <p:cNvPr id="51" name="OutputLabel"/>
            <p:cNvSpPr txBox="1"/>
            <p:nvPr/>
          </p:nvSpPr>
          <p:spPr>
            <a:xfrm>
              <a:off x="8100164" y="4597052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/>
            <a:lstStyle/>
            <a:p>
              <a:pPr algn="ctr">
                <a:buNone/>
              </a:pPr>
              <a:r>
                <a:rPr lang="it-IT" sz="2000" b="1" dirty="0"/>
                <a:t>Classificazione</a:t>
              </a:r>
              <a:endParaRPr lang="it-IT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7538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ttom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EF9F27"/>
              </a:gs>
              <a:gs pos="100000">
                <a:srgbClr val="BA751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Heading"/>
          <p:cNvSpPr txBox="1"/>
          <p:nvPr/>
        </p:nvSpPr>
        <p:spPr>
          <a:xfrm>
            <a:off x="508000" y="228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r>
              <a:rPr lang="en-US" sz="4400" b="1" dirty="0" err="1">
                <a:ea typeface="Calibri"/>
                <a:cs typeface="Calibri"/>
              </a:rPr>
              <a:t>Architettura</a:t>
            </a:r>
            <a:r>
              <a:rPr lang="en-US" sz="4400" b="1" dirty="0">
                <a:ea typeface="Calibri"/>
                <a:cs typeface="Calibri"/>
              </a:rPr>
              <a:t> di </a:t>
            </a:r>
            <a:r>
              <a:rPr lang="en-US" sz="4400" b="1" dirty="0" err="1">
                <a:ea typeface="Calibri"/>
                <a:cs typeface="Calibri"/>
              </a:rPr>
              <a:t>sistema</a:t>
            </a:r>
            <a:r>
              <a:rPr lang="en-US" sz="4400" b="1" dirty="0">
                <a:ea typeface="Calibri"/>
                <a:cs typeface="Calibri"/>
              </a:rPr>
              <a:t> </a:t>
            </a:r>
            <a:endParaRPr lang="it-IT" dirty="0"/>
          </a:p>
        </p:txBody>
      </p:sp>
      <p:sp>
        <p:nvSpPr>
          <p:cNvPr id="62" name="IngestionBox"/>
          <p:cNvSpPr/>
          <p:nvPr/>
        </p:nvSpPr>
        <p:spPr>
          <a:xfrm>
            <a:off x="762000" y="2832100"/>
            <a:ext cx="2286000" cy="2286000"/>
          </a:xfrm>
          <a:prstGeom prst="roundRect">
            <a:avLst>
              <a:gd name="adj" fmla="val 10000"/>
            </a:avLst>
          </a:prstGeom>
          <a:solidFill>
            <a:srgbClr val="85510B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lIns="91440" tIns="45720" rIns="91440" bIns="4572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Ingestion</a:t>
            </a:r>
          </a:p>
          <a:p>
            <a:pPr algn="ctr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Redpanda + Producer</a:t>
            </a:r>
          </a:p>
        </p:txBody>
      </p:sp>
      <p:sp>
        <p:nvSpPr>
          <p:cNvPr id="66" name="Arrow0"/>
          <p:cNvSpPr/>
          <p:nvPr/>
        </p:nvSpPr>
        <p:spPr>
          <a:xfrm>
            <a:off x="3048000" y="3860800"/>
            <a:ext cx="508000" cy="228600"/>
          </a:xfrm>
          <a:prstGeom prst="rightArrow">
            <a:avLst/>
          </a:prstGeom>
          <a:solidFill>
            <a:srgbClr val="41240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InferenceBox"/>
          <p:cNvSpPr/>
          <p:nvPr/>
        </p:nvSpPr>
        <p:spPr>
          <a:xfrm>
            <a:off x="3556000" y="2832100"/>
            <a:ext cx="2286000" cy="2286000"/>
          </a:xfrm>
          <a:prstGeom prst="roundRect">
            <a:avLst>
              <a:gd name="adj" fmla="val 10000"/>
            </a:avLst>
          </a:prstGeom>
          <a:solidFill>
            <a:srgbClr val="639922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lIns="91440" tIns="45720" rIns="91440" bIns="4572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Inference</a:t>
            </a:r>
          </a:p>
          <a:p>
            <a:pPr algn="ctr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MLflow + Spark</a:t>
            </a:r>
          </a:p>
        </p:txBody>
      </p:sp>
      <p:sp>
        <p:nvSpPr>
          <p:cNvPr id="67" name="Arrow1"/>
          <p:cNvSpPr/>
          <p:nvPr/>
        </p:nvSpPr>
        <p:spPr>
          <a:xfrm>
            <a:off x="5842000" y="3860800"/>
            <a:ext cx="508000" cy="228600"/>
          </a:xfrm>
          <a:prstGeom prst="rightArrow">
            <a:avLst/>
          </a:prstGeom>
          <a:solidFill>
            <a:srgbClr val="41240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StorageBox"/>
          <p:cNvSpPr/>
          <p:nvPr/>
        </p:nvSpPr>
        <p:spPr>
          <a:xfrm>
            <a:off x="6350000" y="2832100"/>
            <a:ext cx="2286000" cy="2286000"/>
          </a:xfrm>
          <a:prstGeom prst="roundRect">
            <a:avLst>
              <a:gd name="adj" fmla="val 10000"/>
            </a:avLst>
          </a:prstGeom>
          <a:solidFill>
            <a:srgbClr val="EF9F27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lIns="91440" tIns="45720" rIns="91440" bIns="4572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Storage</a:t>
            </a:r>
          </a:p>
          <a:p>
            <a:pPr algn="ctr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ClickHouse</a:t>
            </a:r>
          </a:p>
        </p:txBody>
      </p:sp>
      <p:sp>
        <p:nvSpPr>
          <p:cNvPr id="68" name="Arrow2"/>
          <p:cNvSpPr/>
          <p:nvPr/>
        </p:nvSpPr>
        <p:spPr>
          <a:xfrm>
            <a:off x="8636000" y="3860800"/>
            <a:ext cx="508000" cy="228600"/>
          </a:xfrm>
          <a:prstGeom prst="rightArrow">
            <a:avLst/>
          </a:prstGeom>
          <a:solidFill>
            <a:srgbClr val="41240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VisualizationBox"/>
          <p:cNvSpPr/>
          <p:nvPr/>
        </p:nvSpPr>
        <p:spPr>
          <a:xfrm>
            <a:off x="9144000" y="2832100"/>
            <a:ext cx="2286000" cy="2286000"/>
          </a:xfrm>
          <a:prstGeom prst="roundRect">
            <a:avLst>
              <a:gd name="adj" fmla="val 10000"/>
            </a:avLst>
          </a:prstGeom>
          <a:solidFill>
            <a:srgbClr val="3B6D11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lIns="91440" tIns="45720" rIns="91440" bIns="4572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Visualization</a:t>
            </a:r>
          </a:p>
          <a:p>
            <a:pPr algn="ctr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/>
              </a:rPr>
              <a:t>Grafana</a:t>
            </a:r>
          </a:p>
        </p:txBody>
      </p:sp>
    </p:spTree>
    <p:extLst>
      <p:ext uri="{BB962C8B-B14F-4D97-AF65-F5344CB8AC3E}">
        <p14:creationId xmlns:p14="http://schemas.microsoft.com/office/powerpoint/2010/main" val="24305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E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opBar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Heading"/>
          <p:cNvSpPr txBox="1"/>
          <p:nvPr/>
        </p:nvSpPr>
        <p:spPr>
          <a:xfrm>
            <a:off x="508000" y="228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r>
              <a:rPr lang="en-US" sz="4400" b="1" dirty="0" err="1">
                <a:solidFill>
                  <a:srgbClr val="412402"/>
                </a:solidFill>
                <a:latin typeface="Calibri"/>
              </a:rPr>
              <a:t>Tecnologie</a:t>
            </a:r>
            <a:r>
              <a:rPr lang="en-US" sz="4400" b="1" dirty="0">
                <a:solidFill>
                  <a:srgbClr val="412402"/>
                </a:solidFill>
                <a:latin typeface="Calibri"/>
              </a:rPr>
              <a:t> </a:t>
            </a:r>
            <a:r>
              <a:rPr lang="en-US" sz="4400" b="1" dirty="0" err="1">
                <a:solidFill>
                  <a:srgbClr val="412402"/>
                </a:solidFill>
                <a:latin typeface="Calibri"/>
              </a:rPr>
              <a:t>usate</a:t>
            </a:r>
            <a:r>
              <a:rPr lang="en-US" sz="4400" b="1" dirty="0">
                <a:solidFill>
                  <a:srgbClr val="412402"/>
                </a:solidFill>
                <a:latin typeface="Calibri"/>
              </a:rPr>
              <a:t> </a:t>
            </a:r>
            <a:endParaRPr lang="it-IT" dirty="0"/>
          </a:p>
        </p:txBody>
      </p:sp>
      <p:sp>
        <p:nvSpPr>
          <p:cNvPr id="82" name="Card0"/>
          <p:cNvSpPr/>
          <p:nvPr/>
        </p:nvSpPr>
        <p:spPr>
          <a:xfrm>
            <a:off x="571500" y="13716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33806"/>
            </a:solidFill>
          </a:ln>
          <a:effectLst>
            <a:outerShdw blurRad="50800" dist="25400" dir="5400000" algn="t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412402"/>
                </a:solidFill>
                <a:latin typeface="Calibri"/>
              </a:rPr>
              <a:t>Python</a:t>
            </a:r>
          </a:p>
          <a:p>
            <a:pPr algn="ctr">
              <a:buNone/>
            </a:pPr>
            <a:r>
              <a:rPr lang="en-US" sz="1800" dirty="0">
                <a:solidFill>
                  <a:srgbClr val="3B6D11"/>
                </a:solidFill>
                <a:latin typeface="Calibri"/>
              </a:rPr>
              <a:t>Data pipeline &amp; ML</a:t>
            </a:r>
          </a:p>
        </p:txBody>
      </p:sp>
      <p:sp>
        <p:nvSpPr>
          <p:cNvPr id="83" name="Card1"/>
          <p:cNvSpPr/>
          <p:nvPr/>
        </p:nvSpPr>
        <p:spPr>
          <a:xfrm>
            <a:off x="4381500" y="13716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33806"/>
            </a:solidFill>
          </a:ln>
          <a:effectLst>
            <a:outerShdw blurRad="50800" dist="25400" dir="5400000" algn="t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412402"/>
                </a:solidFill>
                <a:latin typeface="Calibri"/>
              </a:rPr>
              <a:t>Redpanda</a:t>
            </a:r>
          </a:p>
          <a:p>
            <a:pPr algn="ctr">
              <a:buNone/>
            </a:pPr>
            <a:r>
              <a:rPr lang="en-US" sz="1800" dirty="0">
                <a:solidFill>
                  <a:srgbClr val="3B6D11"/>
                </a:solidFill>
                <a:latin typeface="Calibri"/>
              </a:rPr>
              <a:t>Message broker</a:t>
            </a:r>
          </a:p>
        </p:txBody>
      </p:sp>
      <p:sp>
        <p:nvSpPr>
          <p:cNvPr id="84" name="Card2"/>
          <p:cNvSpPr/>
          <p:nvPr/>
        </p:nvSpPr>
        <p:spPr>
          <a:xfrm>
            <a:off x="8191500" y="13716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33806"/>
            </a:solidFill>
          </a:ln>
          <a:effectLst>
            <a:outerShdw blurRad="50800" dist="25400" dir="5400000" algn="t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412402"/>
                </a:solidFill>
                <a:latin typeface="Calibri"/>
              </a:rPr>
              <a:t>MLflow + Spark</a:t>
            </a:r>
          </a:p>
          <a:p>
            <a:pPr algn="ctr">
              <a:buNone/>
            </a:pPr>
            <a:r>
              <a:rPr lang="en-US" sz="1800" dirty="0">
                <a:solidFill>
                  <a:srgbClr val="3B6D11"/>
                </a:solidFill>
                <a:latin typeface="Calibri"/>
              </a:rPr>
              <a:t>Model serving</a:t>
            </a:r>
          </a:p>
        </p:txBody>
      </p:sp>
      <p:sp>
        <p:nvSpPr>
          <p:cNvPr id="85" name="Card3"/>
          <p:cNvSpPr/>
          <p:nvPr/>
        </p:nvSpPr>
        <p:spPr>
          <a:xfrm>
            <a:off x="571500" y="35814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33806"/>
            </a:solidFill>
          </a:ln>
          <a:effectLst>
            <a:outerShdw blurRad="50800" dist="25400" dir="5400000" algn="t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412402"/>
                </a:solidFill>
                <a:latin typeface="Calibri"/>
              </a:rPr>
              <a:t>ClickHouse</a:t>
            </a:r>
          </a:p>
          <a:p>
            <a:pPr algn="ctr">
              <a:buNone/>
            </a:pPr>
            <a:r>
              <a:rPr lang="en-US" sz="1800" dirty="0">
                <a:solidFill>
                  <a:srgbClr val="3B6D11"/>
                </a:solidFill>
                <a:latin typeface="Calibri"/>
              </a:rPr>
              <a:t>Time-series storage</a:t>
            </a:r>
          </a:p>
        </p:txBody>
      </p:sp>
      <p:sp>
        <p:nvSpPr>
          <p:cNvPr id="86" name="Card4"/>
          <p:cNvSpPr/>
          <p:nvPr/>
        </p:nvSpPr>
        <p:spPr>
          <a:xfrm>
            <a:off x="4381500" y="35814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33806"/>
            </a:solidFill>
          </a:ln>
          <a:effectLst>
            <a:outerShdw blurRad="50800" dist="25400" dir="5400000" algn="t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412402"/>
                </a:solidFill>
                <a:latin typeface="Calibri"/>
              </a:rPr>
              <a:t>Grafana</a:t>
            </a:r>
          </a:p>
          <a:p>
            <a:pPr algn="ctr">
              <a:buNone/>
            </a:pPr>
            <a:r>
              <a:rPr lang="en-US" sz="1800" dirty="0">
                <a:solidFill>
                  <a:srgbClr val="3B6D11"/>
                </a:solidFill>
                <a:latin typeface="Calibri"/>
              </a:rPr>
              <a:t>Real-time dashboards</a:t>
            </a:r>
          </a:p>
        </p:txBody>
      </p:sp>
      <p:sp>
        <p:nvSpPr>
          <p:cNvPr id="87" name="Card5"/>
          <p:cNvSpPr/>
          <p:nvPr/>
        </p:nvSpPr>
        <p:spPr>
          <a:xfrm>
            <a:off x="8191500" y="35814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33806"/>
            </a:solidFill>
          </a:ln>
          <a:effectLst>
            <a:outerShdw blurRad="50800" dist="25400" dir="5400000" algn="t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412402"/>
                </a:solidFill>
                <a:latin typeface="Calibri"/>
              </a:rPr>
              <a:t>Docker</a:t>
            </a:r>
          </a:p>
          <a:p>
            <a:pPr algn="ctr">
              <a:buNone/>
            </a:pPr>
            <a:r>
              <a:rPr lang="en-US" sz="1800" dirty="0">
                <a:solidFill>
                  <a:srgbClr val="3B6D11"/>
                </a:solidFill>
                <a:latin typeface="Calibri"/>
              </a:rPr>
              <a:t>Containerization</a:t>
            </a:r>
          </a:p>
        </p:txBody>
      </p:sp>
    </p:spTree>
    <p:extLst>
      <p:ext uri="{BB962C8B-B14F-4D97-AF65-F5344CB8AC3E}">
        <p14:creationId xmlns:p14="http://schemas.microsoft.com/office/powerpoint/2010/main" val="242643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ing"/>
          <p:cNvSpPr txBox="1"/>
          <p:nvPr/>
        </p:nvSpPr>
        <p:spPr>
          <a:xfrm>
            <a:off x="508000" y="228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r>
              <a:rPr lang="en-US" sz="4400" b="1" dirty="0">
                <a:solidFill>
                  <a:srgbClr val="412402"/>
                </a:solidFill>
                <a:latin typeface="Calibri"/>
              </a:rPr>
              <a:t>Containerized Deployment</a:t>
            </a:r>
          </a:p>
        </p:txBody>
      </p:sp>
      <p:sp>
        <p:nvSpPr>
          <p:cNvPr id="101" name="DockerNet"/>
          <p:cNvSpPr/>
          <p:nvPr/>
        </p:nvSpPr>
        <p:spPr>
          <a:xfrm>
            <a:off x="457200" y="1295400"/>
            <a:ext cx="11277600" cy="4876800"/>
          </a:xfrm>
          <a:prstGeom prst="roundRect">
            <a:avLst>
              <a:gd name="adj" fmla="val 3000"/>
            </a:avLst>
          </a:prstGeom>
          <a:noFill/>
          <a:ln w="25400" cap="flat" cmpd="sng">
            <a:solidFill>
              <a:srgbClr val="63380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" name="NetLabel"/>
          <p:cNvSpPr txBox="1"/>
          <p:nvPr/>
        </p:nvSpPr>
        <p:spPr>
          <a:xfrm>
            <a:off x="762000" y="13716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en-US" sz="1600" i="1" dirty="0">
                <a:solidFill>
                  <a:srgbClr val="633806"/>
                </a:solidFill>
                <a:latin typeface="Calibri"/>
              </a:rPr>
              <a:t>seismic-net (Docker network)</a:t>
            </a:r>
          </a:p>
        </p:txBody>
      </p:sp>
      <p:sp>
        <p:nvSpPr>
          <p:cNvPr id="103" name="Redpanda"/>
          <p:cNvSpPr/>
          <p:nvPr/>
        </p:nvSpPr>
        <p:spPr>
          <a:xfrm>
            <a:off x="1295400" y="2082800"/>
            <a:ext cx="1905000" cy="1270000"/>
          </a:xfrm>
          <a:prstGeom prst="roundRect">
            <a:avLst>
              <a:gd name="adj" fmla="val 10000"/>
            </a:avLst>
          </a:prstGeom>
          <a:solidFill>
            <a:srgbClr val="85510B"/>
          </a:solidFill>
          <a:ln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Redpanda</a:t>
            </a:r>
          </a:p>
        </p:txBody>
      </p:sp>
      <p:sp>
        <p:nvSpPr>
          <p:cNvPr id="104" name="Producer"/>
          <p:cNvSpPr/>
          <p:nvPr/>
        </p:nvSpPr>
        <p:spPr>
          <a:xfrm>
            <a:off x="3886200" y="2082800"/>
            <a:ext cx="1905000" cy="1270000"/>
          </a:xfrm>
          <a:prstGeom prst="roundRect">
            <a:avLst>
              <a:gd name="adj" fmla="val 10000"/>
            </a:avLst>
          </a:prstGeom>
          <a:solidFill>
            <a:srgbClr val="3B6D11"/>
          </a:solidFill>
          <a:ln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Producer</a:t>
            </a:r>
          </a:p>
        </p:txBody>
      </p:sp>
      <p:sp>
        <p:nvSpPr>
          <p:cNvPr id="105" name="Inference"/>
          <p:cNvSpPr/>
          <p:nvPr/>
        </p:nvSpPr>
        <p:spPr>
          <a:xfrm>
            <a:off x="6324600" y="2082800"/>
            <a:ext cx="1905000" cy="1270000"/>
          </a:xfrm>
          <a:prstGeom prst="roundRect">
            <a:avLst>
              <a:gd name="adj" fmla="val 10000"/>
            </a:avLst>
          </a:prstGeom>
          <a:solidFill>
            <a:srgbClr val="EF9F27"/>
          </a:solidFill>
          <a:ln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412402"/>
                </a:solidFill>
                <a:latin typeface="Calibri"/>
              </a:rPr>
              <a:t>Inference</a:t>
            </a:r>
          </a:p>
        </p:txBody>
      </p:sp>
      <p:sp>
        <p:nvSpPr>
          <p:cNvPr id="106" name="ClickHouse"/>
          <p:cNvSpPr/>
          <p:nvPr/>
        </p:nvSpPr>
        <p:spPr>
          <a:xfrm>
            <a:off x="8763000" y="2082800"/>
            <a:ext cx="1905000" cy="1270000"/>
          </a:xfrm>
          <a:prstGeom prst="roundRect">
            <a:avLst>
              <a:gd name="adj" fmla="val 10000"/>
            </a:avLst>
          </a:prstGeom>
          <a:solidFill>
            <a:srgbClr val="3B6D11"/>
          </a:solidFill>
          <a:ln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ClickHouse</a:t>
            </a:r>
          </a:p>
        </p:txBody>
      </p:sp>
      <p:sp>
        <p:nvSpPr>
          <p:cNvPr id="107" name="Grafana"/>
          <p:cNvSpPr/>
          <p:nvPr/>
        </p:nvSpPr>
        <p:spPr>
          <a:xfrm>
            <a:off x="8763000" y="4292600"/>
            <a:ext cx="1905000" cy="1270000"/>
          </a:xfrm>
          <a:prstGeom prst="roundRect">
            <a:avLst>
              <a:gd name="adj" fmla="val 10000"/>
            </a:avLst>
          </a:prstGeom>
          <a:solidFill>
            <a:srgbClr val="633806"/>
          </a:solidFill>
          <a:ln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 anchor="ctr" anchorCtr="1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cxnSp>
        <p:nvCxnSpPr>
          <p:cNvPr id="108" name="Conn108"/>
          <p:cNvCxnSpPr>
            <a:cxnSpLocks/>
            <a:endCxn id="104" idx="1"/>
          </p:cNvCxnSpPr>
          <p:nvPr/>
        </p:nvCxnSpPr>
        <p:spPr>
          <a:xfrm>
            <a:off x="3200400" y="2717800"/>
            <a:ext cx="685800" cy="0"/>
          </a:xfrm>
          <a:prstGeom prst="straightConnector1">
            <a:avLst/>
          </a:prstGeom>
          <a:ln w="38100">
            <a:solidFill>
              <a:srgbClr val="412402"/>
            </a:solidFill>
            <a:tailEnd type="triangle" w="lg" len="lg"/>
          </a:ln>
        </p:spPr>
      </p:cxnSp>
      <p:cxnSp>
        <p:nvCxnSpPr>
          <p:cNvPr id="109" name="Conn109"/>
          <p:cNvCxnSpPr/>
          <p:nvPr/>
        </p:nvCxnSpPr>
        <p:spPr>
          <a:xfrm>
            <a:off x="5791200" y="2717800"/>
            <a:ext cx="533400" cy="1"/>
          </a:xfrm>
          <a:prstGeom prst="straightConnector1">
            <a:avLst/>
          </a:prstGeom>
          <a:ln w="38100">
            <a:solidFill>
              <a:srgbClr val="412402"/>
            </a:solidFill>
            <a:tailEnd type="triangle" w="lg" len="lg"/>
          </a:ln>
        </p:spPr>
      </p:cxnSp>
      <p:cxnSp>
        <p:nvCxnSpPr>
          <p:cNvPr id="110" name="Conn110"/>
          <p:cNvCxnSpPr/>
          <p:nvPr/>
        </p:nvCxnSpPr>
        <p:spPr>
          <a:xfrm>
            <a:off x="8229600" y="2717800"/>
            <a:ext cx="533400" cy="1"/>
          </a:xfrm>
          <a:prstGeom prst="straightConnector1">
            <a:avLst/>
          </a:prstGeom>
          <a:ln w="38100">
            <a:solidFill>
              <a:srgbClr val="412402"/>
            </a:solidFill>
            <a:tailEnd type="triangle" w="lg" len="lg"/>
          </a:ln>
        </p:spPr>
      </p:cxnSp>
      <p:cxnSp>
        <p:nvCxnSpPr>
          <p:cNvPr id="111" name="Conn111"/>
          <p:cNvCxnSpPr/>
          <p:nvPr/>
        </p:nvCxnSpPr>
        <p:spPr>
          <a:xfrm>
            <a:off x="9715500" y="3352800"/>
            <a:ext cx="1" cy="939800"/>
          </a:xfrm>
          <a:prstGeom prst="straightConnector1">
            <a:avLst/>
          </a:prstGeom>
          <a:ln w="38100">
            <a:solidFill>
              <a:srgbClr val="412402"/>
            </a:solidFill>
            <a:tailEnd type="triangle" w="lg" len="lg"/>
          </a:ln>
        </p:spPr>
      </p:cxnSp>
      <p:sp>
        <p:nvSpPr>
          <p:cNvPr id="112" name="DockerIcon"/>
          <p:cNvSpPr/>
          <p:nvPr/>
        </p:nvSpPr>
        <p:spPr>
          <a:xfrm>
            <a:off x="10668000" y="5638800"/>
            <a:ext cx="609600" cy="6096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3" name="Bottom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85510B"/>
              </a:gs>
              <a:gs pos="100000">
                <a:srgbClr val="41240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73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24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Heading"/>
          <p:cNvSpPr txBox="1"/>
          <p:nvPr/>
        </p:nvSpPr>
        <p:spPr>
          <a:xfrm>
            <a:off x="508000" y="15240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r>
              <a:rPr lang="en-US" sz="4400" b="1" dirty="0">
                <a:solidFill>
                  <a:srgbClr val="FAEEDA"/>
                </a:solidFill>
                <a:latin typeface="Calibri"/>
              </a:rPr>
              <a:t>Dashboard di </a:t>
            </a:r>
            <a:r>
              <a:rPr lang="en-US" sz="4400" b="1" dirty="0" err="1">
                <a:solidFill>
                  <a:srgbClr val="FAEEDA"/>
                </a:solidFill>
                <a:latin typeface="Calibri"/>
              </a:rPr>
              <a:t>Monitoraggio</a:t>
            </a:r>
            <a:r>
              <a:rPr lang="en-US" sz="4400" b="1" dirty="0">
                <a:solidFill>
                  <a:srgbClr val="FAEEDA"/>
                </a:solidFill>
                <a:latin typeface="Calibri"/>
              </a:rPr>
              <a:t> Live</a:t>
            </a:r>
            <a:endParaRPr lang="it-IT" dirty="0" err="1"/>
          </a:p>
        </p:txBody>
      </p:sp>
      <p:sp>
        <p:nvSpPr>
          <p:cNvPr id="121" name="StatPanel"/>
          <p:cNvSpPr/>
          <p:nvPr/>
        </p:nvSpPr>
        <p:spPr>
          <a:xfrm>
            <a:off x="6051429" y="893303"/>
            <a:ext cx="1900585" cy="2535697"/>
          </a:xfrm>
          <a:prstGeom prst="roundRect">
            <a:avLst>
              <a:gd name="adj" fmla="val 5000"/>
            </a:avLst>
          </a:prstGeom>
          <a:solidFill>
            <a:srgbClr val="2D1A01"/>
          </a:solidFill>
          <a:ln w="12700">
            <a:solidFill>
              <a:srgbClr val="633806"/>
            </a:solidFill>
          </a:ln>
        </p:spPr>
        <p:txBody>
          <a:bodyPr anchor="ctr" anchorCtr="1"/>
          <a:lstStyle/>
          <a:p>
            <a:pPr algn="ctr">
              <a:buNone/>
            </a:pPr>
            <a:r>
              <a:rPr lang="en-US" sz="1400" dirty="0">
                <a:solidFill>
                  <a:schemeClr val="bg2"/>
                </a:solidFill>
                <a:latin typeface="Calibri"/>
              </a:rPr>
              <a:t>Total Earthquakes Detected</a:t>
            </a:r>
          </a:p>
          <a:p>
            <a:pPr algn="ctr">
              <a:buNone/>
            </a:pPr>
            <a:r>
              <a:rPr lang="en-US" sz="5400" b="1" dirty="0">
                <a:solidFill>
                  <a:srgbClr val="639922"/>
                </a:solidFill>
                <a:latin typeface="Calibri"/>
              </a:rPr>
              <a:t>310</a:t>
            </a:r>
          </a:p>
        </p:txBody>
      </p:sp>
      <p:sp>
        <p:nvSpPr>
          <p:cNvPr id="122" name="TSPanel"/>
          <p:cNvSpPr/>
          <p:nvPr/>
        </p:nvSpPr>
        <p:spPr>
          <a:xfrm>
            <a:off x="8047265" y="893303"/>
            <a:ext cx="3687538" cy="2520977"/>
          </a:xfrm>
          <a:prstGeom prst="roundRect">
            <a:avLst>
              <a:gd name="adj" fmla="val 5000"/>
            </a:avLst>
          </a:prstGeom>
          <a:solidFill>
            <a:srgbClr val="2D1A01"/>
          </a:solidFill>
          <a:ln w="12700">
            <a:solidFill>
              <a:srgbClr val="633806"/>
            </a:solidFill>
          </a:ln>
        </p:spPr>
        <p:txBody>
          <a:bodyPr lIns="91440" tIns="91440" anchor="t"/>
          <a:lstStyle/>
          <a:p>
            <a:r>
              <a:rPr lang="it-IT" sz="1400" dirty="0">
                <a:solidFill>
                  <a:schemeClr val="bg2"/>
                </a:solidFill>
              </a:rPr>
              <a:t>Model Confidence Over Time </a:t>
            </a:r>
          </a:p>
          <a:p>
            <a:r>
              <a:rPr lang="en-US" sz="1400" dirty="0">
                <a:solidFill>
                  <a:srgbClr val="639922"/>
                </a:solidFill>
                <a:latin typeface="Calibri"/>
              </a:rPr>
              <a:t>— Earthquake  </a:t>
            </a:r>
            <a:r>
              <a:rPr lang="en-US" sz="1400" dirty="0">
                <a:solidFill>
                  <a:srgbClr val="EF9F27"/>
                </a:solidFill>
                <a:latin typeface="Calibri"/>
              </a:rPr>
              <a:t>— Noise</a:t>
            </a:r>
          </a:p>
        </p:txBody>
      </p:sp>
      <p:sp>
        <p:nvSpPr>
          <p:cNvPr id="123" name="TSLine"/>
          <p:cNvSpPr/>
          <p:nvPr/>
        </p:nvSpPr>
        <p:spPr>
          <a:xfrm>
            <a:off x="8161080" y="1544185"/>
            <a:ext cx="3458796" cy="1584960"/>
          </a:xfrm>
          <a:custGeom>
            <a:avLst/>
            <a:gdLst/>
            <a:ahLst/>
            <a:cxnLst/>
            <a:rect l="0" t="0" r="0" b="0"/>
            <a:pathLst>
              <a:path w="7162800" h="990600">
                <a:moveTo>
                  <a:pt x="0" y="700000"/>
                </a:moveTo>
                <a:lnTo>
                  <a:pt x="500000" y="600000"/>
                </a:lnTo>
                <a:lnTo>
                  <a:pt x="1000000" y="650000"/>
                </a:lnTo>
                <a:lnTo>
                  <a:pt x="1500000" y="400000"/>
                </a:lnTo>
                <a:lnTo>
                  <a:pt x="2000000" y="500000"/>
                </a:lnTo>
                <a:lnTo>
                  <a:pt x="2500000" y="300000"/>
                </a:lnTo>
                <a:lnTo>
                  <a:pt x="3000000" y="200000"/>
                </a:lnTo>
                <a:lnTo>
                  <a:pt x="3500000" y="350000"/>
                </a:lnTo>
                <a:lnTo>
                  <a:pt x="4000000" y="150000"/>
                </a:lnTo>
                <a:lnTo>
                  <a:pt x="4500000" y="250000"/>
                </a:lnTo>
                <a:lnTo>
                  <a:pt x="5000000" y="100000"/>
                </a:lnTo>
                <a:lnTo>
                  <a:pt x="5500000" y="200000"/>
                </a:lnTo>
                <a:lnTo>
                  <a:pt x="6000000" y="300000"/>
                </a:lnTo>
                <a:lnTo>
                  <a:pt x="6500000" y="150000"/>
                </a:lnTo>
                <a:lnTo>
                  <a:pt x="7162800" y="250000"/>
                </a:lnTo>
              </a:path>
            </a:pathLst>
          </a:cu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4" name="MapPanel"/>
          <p:cNvSpPr/>
          <p:nvPr/>
        </p:nvSpPr>
        <p:spPr>
          <a:xfrm>
            <a:off x="468086" y="893303"/>
            <a:ext cx="5486400" cy="2520977"/>
          </a:xfrm>
          <a:prstGeom prst="roundRect">
            <a:avLst>
              <a:gd name="adj" fmla="val 3000"/>
            </a:avLst>
          </a:prstGeom>
          <a:solidFill>
            <a:srgbClr val="2D1A01"/>
          </a:solidFill>
          <a:ln w="25400">
            <a:solidFill>
              <a:schemeClr val="accent2"/>
            </a:solidFill>
          </a:ln>
        </p:spPr>
        <p:txBody>
          <a:bodyPr lIns="91440" tIns="91440" anchor="t"/>
          <a:lstStyle/>
          <a:p>
            <a:pPr algn="l">
              <a:buNone/>
            </a:pPr>
            <a:r>
              <a:rPr lang="en-US" sz="1400" dirty="0">
                <a:solidFill>
                  <a:srgbClr val="FAEEDA"/>
                </a:solidFill>
                <a:latin typeface="Calibri"/>
              </a:rPr>
              <a:t>Geomap - Seismic Events</a:t>
            </a:r>
          </a:p>
        </p:txBody>
      </p:sp>
      <p:sp>
        <p:nvSpPr>
          <p:cNvPr id="125" name="Marker0"/>
          <p:cNvSpPr/>
          <p:nvPr/>
        </p:nvSpPr>
        <p:spPr>
          <a:xfrm>
            <a:off x="838200" y="1745264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Marker1"/>
          <p:cNvSpPr/>
          <p:nvPr/>
        </p:nvSpPr>
        <p:spPr>
          <a:xfrm>
            <a:off x="2089351" y="1853086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Marker2"/>
          <p:cNvSpPr/>
          <p:nvPr/>
        </p:nvSpPr>
        <p:spPr>
          <a:xfrm>
            <a:off x="2971800" y="1656772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Marker3"/>
          <p:cNvSpPr/>
          <p:nvPr/>
        </p:nvSpPr>
        <p:spPr>
          <a:xfrm>
            <a:off x="5110777" y="1415971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Marker4"/>
          <p:cNvSpPr/>
          <p:nvPr/>
        </p:nvSpPr>
        <p:spPr>
          <a:xfrm>
            <a:off x="4800600" y="2470607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Marker5"/>
          <p:cNvSpPr/>
          <p:nvPr/>
        </p:nvSpPr>
        <p:spPr>
          <a:xfrm>
            <a:off x="3695700" y="2470607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Marker6"/>
          <p:cNvSpPr/>
          <p:nvPr/>
        </p:nvSpPr>
        <p:spPr>
          <a:xfrm>
            <a:off x="2895600" y="240980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HistPanel"/>
          <p:cNvSpPr/>
          <p:nvPr/>
        </p:nvSpPr>
        <p:spPr>
          <a:xfrm>
            <a:off x="457199" y="3582789"/>
            <a:ext cx="5594229" cy="2665611"/>
          </a:xfrm>
          <a:prstGeom prst="roundRect">
            <a:avLst>
              <a:gd name="adj" fmla="val 5000"/>
            </a:avLst>
          </a:prstGeom>
          <a:solidFill>
            <a:srgbClr val="2D1A01"/>
          </a:solidFill>
          <a:ln w="12700">
            <a:solidFill>
              <a:srgbClr val="633806"/>
            </a:solidFill>
          </a:ln>
        </p:spPr>
        <p:txBody>
          <a:bodyPr lIns="91440" tIns="91440" anchor="t"/>
          <a:lstStyle/>
          <a:p>
            <a:r>
              <a:rPr lang="en-US" sz="1400" dirty="0">
                <a:solidFill>
                  <a:srgbClr val="FAEEDA"/>
                </a:solidFill>
                <a:latin typeface="Calibri"/>
              </a:rPr>
              <a:t>Histogram - </a:t>
            </a:r>
            <a:r>
              <a:rPr lang="it-IT" sz="1400" dirty="0">
                <a:solidFill>
                  <a:schemeClr val="bg2"/>
                </a:solidFill>
              </a:rPr>
              <a:t>Confidence Score Distribution</a:t>
            </a:r>
            <a:endParaRPr lang="en-US" sz="1400" dirty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136" name="Bar0"/>
          <p:cNvSpPr/>
          <p:nvPr/>
        </p:nvSpPr>
        <p:spPr>
          <a:xfrm>
            <a:off x="757767" y="5491565"/>
            <a:ext cx="466185" cy="699635"/>
          </a:xfrm>
          <a:prstGeom prst="rect">
            <a:avLst/>
          </a:prstGeom>
          <a:solidFill>
            <a:srgbClr val="639922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Bar1"/>
          <p:cNvSpPr/>
          <p:nvPr/>
        </p:nvSpPr>
        <p:spPr>
          <a:xfrm>
            <a:off x="1367367" y="5141747"/>
            <a:ext cx="466185" cy="104945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Bar2"/>
          <p:cNvSpPr/>
          <p:nvPr/>
        </p:nvSpPr>
        <p:spPr>
          <a:xfrm>
            <a:off x="1976967" y="4617020"/>
            <a:ext cx="466185" cy="1574180"/>
          </a:xfrm>
          <a:prstGeom prst="rect">
            <a:avLst/>
          </a:prstGeom>
          <a:solidFill>
            <a:srgbClr val="3B6D11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Bar3"/>
          <p:cNvSpPr/>
          <p:nvPr/>
        </p:nvSpPr>
        <p:spPr>
          <a:xfrm>
            <a:off x="2586567" y="4791929"/>
            <a:ext cx="466185" cy="1399271"/>
          </a:xfrm>
          <a:prstGeom prst="rect">
            <a:avLst/>
          </a:prstGeom>
          <a:solidFill>
            <a:srgbClr val="3B6D11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Bar4"/>
          <p:cNvSpPr/>
          <p:nvPr/>
        </p:nvSpPr>
        <p:spPr>
          <a:xfrm>
            <a:off x="3196167" y="5316656"/>
            <a:ext cx="466185" cy="874544"/>
          </a:xfrm>
          <a:prstGeom prst="rect">
            <a:avLst/>
          </a:prstGeom>
          <a:solidFill>
            <a:srgbClr val="EF9F27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Bar5"/>
          <p:cNvSpPr/>
          <p:nvPr/>
        </p:nvSpPr>
        <p:spPr>
          <a:xfrm>
            <a:off x="3805767" y="5579019"/>
            <a:ext cx="466185" cy="612181"/>
          </a:xfrm>
          <a:prstGeom prst="rect">
            <a:avLst/>
          </a:prstGeom>
          <a:solidFill>
            <a:srgbClr val="BA7517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Bar6"/>
          <p:cNvSpPr/>
          <p:nvPr/>
        </p:nvSpPr>
        <p:spPr>
          <a:xfrm>
            <a:off x="4415367" y="5841382"/>
            <a:ext cx="466185" cy="349818"/>
          </a:xfrm>
          <a:prstGeom prst="rect">
            <a:avLst/>
          </a:prstGeom>
          <a:solidFill>
            <a:srgbClr val="85510B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ScatterPanel"/>
          <p:cNvSpPr/>
          <p:nvPr/>
        </p:nvSpPr>
        <p:spPr>
          <a:xfrm>
            <a:off x="6172200" y="3582789"/>
            <a:ext cx="5562602" cy="2665611"/>
          </a:xfrm>
          <a:prstGeom prst="roundRect">
            <a:avLst>
              <a:gd name="adj" fmla="val 5000"/>
            </a:avLst>
          </a:prstGeom>
          <a:solidFill>
            <a:srgbClr val="2D1A01"/>
          </a:solidFill>
          <a:ln w="12700">
            <a:solidFill>
              <a:srgbClr val="633806"/>
            </a:solidFill>
          </a:ln>
        </p:spPr>
        <p:txBody>
          <a:bodyPr lIns="91440" tIns="91440" anchor="t"/>
          <a:lstStyle/>
          <a:p>
            <a:r>
              <a:rPr lang="en-US" sz="1400" dirty="0">
                <a:solidFill>
                  <a:srgbClr val="FAEEDA"/>
                </a:solidFill>
                <a:latin typeface="Calibri"/>
              </a:rPr>
              <a:t>XY Scatter - </a:t>
            </a:r>
            <a:r>
              <a:rPr lang="it-IT" sz="1400" dirty="0">
                <a:solidFill>
                  <a:schemeClr val="bg2"/>
                </a:solidFill>
              </a:rPr>
              <a:t>Real-Time Classification Confidence</a:t>
            </a:r>
            <a:endParaRPr lang="en-US" sz="1400" dirty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146" name="Dot0"/>
          <p:cNvSpPr/>
          <p:nvPr/>
        </p:nvSpPr>
        <p:spPr>
          <a:xfrm>
            <a:off x="6611151" y="4447654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Dot1"/>
          <p:cNvSpPr/>
          <p:nvPr/>
        </p:nvSpPr>
        <p:spPr>
          <a:xfrm>
            <a:off x="7287638" y="4400644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Dot2"/>
          <p:cNvSpPr/>
          <p:nvPr/>
        </p:nvSpPr>
        <p:spPr>
          <a:xfrm>
            <a:off x="6965468" y="460558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Dot3"/>
          <p:cNvSpPr/>
          <p:nvPr/>
        </p:nvSpPr>
        <p:spPr>
          <a:xfrm>
            <a:off x="7783739" y="4447654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Dot4"/>
          <p:cNvSpPr/>
          <p:nvPr/>
        </p:nvSpPr>
        <p:spPr>
          <a:xfrm>
            <a:off x="8269590" y="4593779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Dot5"/>
          <p:cNvSpPr/>
          <p:nvPr/>
        </p:nvSpPr>
        <p:spPr>
          <a:xfrm>
            <a:off x="8822841" y="449128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Dot6"/>
          <p:cNvSpPr/>
          <p:nvPr/>
        </p:nvSpPr>
        <p:spPr>
          <a:xfrm>
            <a:off x="9459412" y="4583663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Dot7"/>
          <p:cNvSpPr/>
          <p:nvPr/>
        </p:nvSpPr>
        <p:spPr>
          <a:xfrm>
            <a:off x="8506397" y="5330939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Dot8"/>
          <p:cNvSpPr/>
          <p:nvPr/>
        </p:nvSpPr>
        <p:spPr>
          <a:xfrm>
            <a:off x="10215033" y="4593779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Dot9"/>
          <p:cNvSpPr/>
          <p:nvPr/>
        </p:nvSpPr>
        <p:spPr>
          <a:xfrm>
            <a:off x="9182568" y="4390504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Dot10"/>
          <p:cNvSpPr/>
          <p:nvPr/>
        </p:nvSpPr>
        <p:spPr>
          <a:xfrm>
            <a:off x="9938279" y="443413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Dot11"/>
          <p:cNvSpPr/>
          <p:nvPr/>
        </p:nvSpPr>
        <p:spPr>
          <a:xfrm>
            <a:off x="10581397" y="4390504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Dot12"/>
          <p:cNvSpPr/>
          <p:nvPr/>
        </p:nvSpPr>
        <p:spPr>
          <a:xfrm>
            <a:off x="7131666" y="5285599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Dot13"/>
          <p:cNvSpPr/>
          <p:nvPr/>
        </p:nvSpPr>
        <p:spPr>
          <a:xfrm>
            <a:off x="8000000" y="58000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Dot14"/>
          <p:cNvSpPr/>
          <p:nvPr/>
        </p:nvSpPr>
        <p:spPr>
          <a:xfrm>
            <a:off x="9881129" y="5256665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Caption"/>
          <p:cNvSpPr txBox="1"/>
          <p:nvPr/>
        </p:nvSpPr>
        <p:spPr>
          <a:xfrm>
            <a:off x="508000" y="6324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endParaRPr lang="en-US" sz="2000" dirty="0">
              <a:solidFill>
                <a:srgbClr val="FAEEDA"/>
              </a:solidFill>
              <a:latin typeface="Calibri"/>
            </a:endParaRPr>
          </a:p>
        </p:txBody>
      </p:sp>
      <p:sp>
        <p:nvSpPr>
          <p:cNvPr id="3" name="Marker2">
            <a:extLst>
              <a:ext uri="{FF2B5EF4-FFF2-40B4-BE49-F238E27FC236}">
                <a16:creationId xmlns:a16="http://schemas.microsoft.com/office/drawing/2014/main" id="{84745E47-04AE-9F8B-D6C3-C91EA7AE5541}"/>
              </a:ext>
            </a:extLst>
          </p:cNvPr>
          <p:cNvSpPr/>
          <p:nvPr/>
        </p:nvSpPr>
        <p:spPr>
          <a:xfrm>
            <a:off x="4572000" y="1929286"/>
            <a:ext cx="152400" cy="152400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Marker3">
            <a:extLst>
              <a:ext uri="{FF2B5EF4-FFF2-40B4-BE49-F238E27FC236}">
                <a16:creationId xmlns:a16="http://schemas.microsoft.com/office/drawing/2014/main" id="{F59533F1-E74B-E90F-7137-B7BD8A1B52EE}"/>
              </a:ext>
            </a:extLst>
          </p:cNvPr>
          <p:cNvSpPr/>
          <p:nvPr/>
        </p:nvSpPr>
        <p:spPr>
          <a:xfrm>
            <a:off x="3790950" y="1568371"/>
            <a:ext cx="152400" cy="152400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Marker3">
            <a:extLst>
              <a:ext uri="{FF2B5EF4-FFF2-40B4-BE49-F238E27FC236}">
                <a16:creationId xmlns:a16="http://schemas.microsoft.com/office/drawing/2014/main" id="{0D2A2294-879F-ACD1-018D-FB3659B53E27}"/>
              </a:ext>
            </a:extLst>
          </p:cNvPr>
          <p:cNvSpPr/>
          <p:nvPr/>
        </p:nvSpPr>
        <p:spPr>
          <a:xfrm>
            <a:off x="5283200" y="1943100"/>
            <a:ext cx="152400" cy="152400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Marker3">
            <a:extLst>
              <a:ext uri="{FF2B5EF4-FFF2-40B4-BE49-F238E27FC236}">
                <a16:creationId xmlns:a16="http://schemas.microsoft.com/office/drawing/2014/main" id="{CC08D720-F991-5F6B-288F-2D45E52C8B8E}"/>
              </a:ext>
            </a:extLst>
          </p:cNvPr>
          <p:cNvSpPr/>
          <p:nvPr/>
        </p:nvSpPr>
        <p:spPr>
          <a:xfrm>
            <a:off x="1371600" y="2310043"/>
            <a:ext cx="152400" cy="152400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7" name="NoiseLineTSYellow"/>
          <p:cNvSpPr/>
          <p:nvPr/>
        </p:nvSpPr>
        <p:spPr>
          <a:xfrm>
            <a:off x="8169289" y="1517563"/>
            <a:ext cx="3458796" cy="1584960"/>
          </a:xfrm>
          <a:custGeom>
            <a:avLst/>
            <a:gdLst/>
            <a:ahLst/>
            <a:cxnLst/>
            <a:rect l="0" t="0" r="0" b="0"/>
            <a:pathLst>
              <a:path w="7162800" h="990600">
                <a:moveTo>
                  <a:pt x="0" y="550000"/>
                </a:moveTo>
                <a:lnTo>
                  <a:pt x="350000" y="480000"/>
                </a:lnTo>
                <a:lnTo>
                  <a:pt x="600000" y="620000"/>
                </a:lnTo>
                <a:lnTo>
                  <a:pt x="900000" y="390000"/>
                </a:lnTo>
                <a:lnTo>
                  <a:pt x="1200000" y="580000"/>
                </a:lnTo>
                <a:lnTo>
                  <a:pt x="1500000" y="350000"/>
                </a:lnTo>
                <a:lnTo>
                  <a:pt x="1800000" y="520000"/>
                </a:lnTo>
                <a:lnTo>
                  <a:pt x="2100000" y="680000"/>
                </a:lnTo>
                <a:lnTo>
                  <a:pt x="2400000" y="420000"/>
                </a:lnTo>
                <a:lnTo>
                  <a:pt x="2700000" y="600000"/>
                </a:lnTo>
                <a:lnTo>
                  <a:pt x="3000000" y="450000"/>
                </a:lnTo>
                <a:lnTo>
                  <a:pt x="3300000" y="700000"/>
                </a:lnTo>
                <a:lnTo>
                  <a:pt x="3600000" y="380000"/>
                </a:lnTo>
                <a:lnTo>
                  <a:pt x="3900000" y="560000"/>
                </a:lnTo>
                <a:lnTo>
                  <a:pt x="4200000" y="650000"/>
                </a:lnTo>
                <a:lnTo>
                  <a:pt x="4500000" y="430000"/>
                </a:lnTo>
                <a:lnTo>
                  <a:pt x="4800000" y="580000"/>
                </a:lnTo>
                <a:lnTo>
                  <a:pt x="5100000" y="490000"/>
                </a:lnTo>
                <a:lnTo>
                  <a:pt x="5400000" y="620000"/>
                </a:lnTo>
                <a:lnTo>
                  <a:pt x="5700000" y="400000"/>
                </a:lnTo>
                <a:lnTo>
                  <a:pt x="6000000" y="530000"/>
                </a:lnTo>
                <a:lnTo>
                  <a:pt x="6300000" y="680000"/>
                </a:lnTo>
                <a:lnTo>
                  <a:pt x="6600000" y="470000"/>
                </a:lnTo>
                <a:lnTo>
                  <a:pt x="6900000" y="560000"/>
                </a:lnTo>
                <a:lnTo>
                  <a:pt x="7162800" y="500000"/>
                </a:lnTo>
              </a:path>
            </a:pathLst>
          </a:custGeom>
          <a:noFill/>
          <a:ln w="25400" cap="rnd">
            <a:solidFill>
              <a:srgbClr val="EF9F27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" name="Dot11">
            <a:extLst>
              <a:ext uri="{FF2B5EF4-FFF2-40B4-BE49-F238E27FC236}">
                <a16:creationId xmlns:a16="http://schemas.microsoft.com/office/drawing/2014/main" id="{C4F36ADE-C201-140C-B896-E224163B2CCB}"/>
              </a:ext>
            </a:extLst>
          </p:cNvPr>
          <p:cNvSpPr/>
          <p:nvPr/>
        </p:nvSpPr>
        <p:spPr>
          <a:xfrm>
            <a:off x="10856354" y="4564683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ot11">
            <a:extLst>
              <a:ext uri="{FF2B5EF4-FFF2-40B4-BE49-F238E27FC236}">
                <a16:creationId xmlns:a16="http://schemas.microsoft.com/office/drawing/2014/main" id="{36B13F89-9ADB-8844-EE38-243949B24ABB}"/>
              </a:ext>
            </a:extLst>
          </p:cNvPr>
          <p:cNvSpPr/>
          <p:nvPr/>
        </p:nvSpPr>
        <p:spPr>
          <a:xfrm>
            <a:off x="11181277" y="4511323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Dot11">
            <a:extLst>
              <a:ext uri="{FF2B5EF4-FFF2-40B4-BE49-F238E27FC236}">
                <a16:creationId xmlns:a16="http://schemas.microsoft.com/office/drawing/2014/main" id="{BFD1C154-2BC9-7DCA-3059-0BB2134532F3}"/>
              </a:ext>
            </a:extLst>
          </p:cNvPr>
          <p:cNvSpPr/>
          <p:nvPr/>
        </p:nvSpPr>
        <p:spPr>
          <a:xfrm>
            <a:off x="6399529" y="4282723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ot11">
            <a:extLst>
              <a:ext uri="{FF2B5EF4-FFF2-40B4-BE49-F238E27FC236}">
                <a16:creationId xmlns:a16="http://schemas.microsoft.com/office/drawing/2014/main" id="{DB2B3242-1E15-B63C-49DB-6E346B4F7164}"/>
              </a:ext>
            </a:extLst>
          </p:cNvPr>
          <p:cNvSpPr/>
          <p:nvPr/>
        </p:nvSpPr>
        <p:spPr>
          <a:xfrm>
            <a:off x="10840594" y="5377264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ot11">
            <a:extLst>
              <a:ext uri="{FF2B5EF4-FFF2-40B4-BE49-F238E27FC236}">
                <a16:creationId xmlns:a16="http://schemas.microsoft.com/office/drawing/2014/main" id="{742DBBC9-9032-63C9-1315-A1FD56DA2F3C}"/>
              </a:ext>
            </a:extLst>
          </p:cNvPr>
          <p:cNvSpPr/>
          <p:nvPr/>
        </p:nvSpPr>
        <p:spPr>
          <a:xfrm>
            <a:off x="10416297" y="5727082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2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E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LeftBar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gradFill>
            <a:gsLst>
              <a:gs pos="0">
                <a:srgbClr val="EF9F27"/>
              </a:gs>
              <a:gs pos="100000">
                <a:srgbClr val="BA7517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Heading"/>
          <p:cNvSpPr txBox="1"/>
          <p:nvPr/>
        </p:nvSpPr>
        <p:spPr>
          <a:xfrm>
            <a:off x="228600" y="2835623"/>
            <a:ext cx="11734800" cy="762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ctr"/>
            <a:r>
              <a:rPr lang="en-US" sz="5400" b="1" dirty="0">
                <a:solidFill>
                  <a:srgbClr val="412402"/>
                </a:solidFill>
                <a:latin typeface="Calibri"/>
              </a:rPr>
              <a:t>GRAZIE DELL’ATTENZIONE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795199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692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 [1777283578408]">
  <a:themeElements>
    <a:clrScheme name="Seismic">
      <a:dk1>
        <a:srgbClr val="412402"/>
      </a:dk1>
      <a:lt1>
        <a:srgbClr val="FAEEDA"/>
      </a:lt1>
      <a:dk2>
        <a:srgbClr val="173404"/>
      </a:dk2>
      <a:lt2>
        <a:srgbClr val="FFFFFF"/>
      </a:lt2>
      <a:accent1>
        <a:srgbClr val="639922"/>
      </a:accent1>
      <a:accent2>
        <a:srgbClr val="EF9F27"/>
      </a:accent2>
      <a:accent3>
        <a:srgbClr val="85510B"/>
      </a:accent3>
      <a:accent4>
        <a:srgbClr val="3B6D11"/>
      </a:accent4>
      <a:accent5>
        <a:srgbClr val="BA7517"/>
      </a:accent5>
      <a:accent6>
        <a:srgbClr val="633806"/>
      </a:accent6>
      <a:hlink>
        <a:srgbClr val="467886"/>
      </a:hlink>
      <a:folHlink>
        <a:srgbClr val="96607D"/>
      </a:folHlink>
    </a:clrScheme>
    <a:fontScheme name="Seismic Fonts">
      <a:majorFont>
        <a:latin typeface="Calibri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2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2AEDBB80-26A9-4185-861D-7A54A4FBEC21}">
  <we:reference id="WA200010001" version="1.0.0.1" store="en-US" storeType="omex"/>
  <we:alternateReferences>
    <we:reference id="WA200010001" version="1.0.0.1" store="omex" storeType="omex"/>
  </we:alternateReferences>
  <we:properties>
    <we:property name="claude.fileId" value="&quot;81c7f77f-db97-4e68-99e5-5b76e7dc7927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8BFB923-82E5-8448-B8F9-C791787B72DD}">
  <we:reference id="11d7cf85-ae5a-43b8-bc58-1e1a151cce24" version="1.0.0.1" store="EXCatalog" storeType="EXCatalog"/>
  <we:alternateReferences>
    <we:reference id="WA200010725" version="1.0.0.1" store="it-IT" storeType="OMEX"/>
  </we:alternateReferences>
  <we:properties>
    <we:property name="claude.fileId" value="&quot;bd945214-31b5-4871-92db-91ec1781ffc4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35C39263-E91F-0942-BB5E-EB221A3FAB23}">
  <we:reference id="e849ddb8-6bbd-4833-bd4b-59030099d63e" version="1.0.0.0" store="EXCatalog" storeType="EXCatalog"/>
  <we:alternateReferences>
    <we:reference id="WA200000113" version="1.0.0.0" store="it-IT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132</Words>
  <Application>Microsoft Macintosh PowerPoint</Application>
  <PresentationFormat>Widescreen</PresentationFormat>
  <Paragraphs>57</Paragraphs>
  <Slides>9</Slides>
  <Notes>0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2" baseType="lpstr">
      <vt:lpstr>Arial</vt:lpstr>
      <vt:lpstr>Calibri</vt:lpstr>
      <vt:lpstr>Tema di Office [1777283578408]</vt:lpstr>
      <vt:lpstr>Project GEB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Livio Lipani</cp:lastModifiedBy>
  <cp:revision>198</cp:revision>
  <dcterms:created xsi:type="dcterms:W3CDTF">2026-04-27T09:51:16Z</dcterms:created>
  <dcterms:modified xsi:type="dcterms:W3CDTF">2026-06-25T07:37:40Z</dcterms:modified>
</cp:coreProperties>
</file>